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9144000"/>
  <p:embeddedFontLst>
    <p:embeddedFont>
      <p:font typeface="Century Gothic"/>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8" roundtripDataSignature="AMtx7miPntJsfojsEm/0qrwlNjQG22hx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CenturyGothic-bold.fntdata"/><Relationship Id="rId14" Type="http://schemas.openxmlformats.org/officeDocument/2006/relationships/font" Target="fonts/CenturyGothic-regular.fntdata"/><Relationship Id="rId17" Type="http://schemas.openxmlformats.org/officeDocument/2006/relationships/font" Target="fonts/CenturyGothic-boldItalic.fntdata"/><Relationship Id="rId16" Type="http://schemas.openxmlformats.org/officeDocument/2006/relationships/font" Target="fonts/CenturyGothic-italic.fntdata"/><Relationship Id="rId5" Type="http://schemas.openxmlformats.org/officeDocument/2006/relationships/slide" Target="slides/slide1.xml"/><Relationship Id="rId6" Type="http://schemas.openxmlformats.org/officeDocument/2006/relationships/slide" Target="slides/slide2.xml"/><Relationship Id="rId18"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819531499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 name="Google Shape;188;g3d819531499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 name="Google Shape;19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d819531499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2" name="Google Shape;202;g3d819531499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d819531499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g3d819531499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819531499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g3d819531499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Διαφάνεια τίτλου" type="title">
  <p:cSld name="TITLE">
    <p:spTree>
      <p:nvGrpSpPr>
        <p:cNvPr id="38" name="Shape 38"/>
        <p:cNvGrpSpPr/>
        <p:nvPr/>
      </p:nvGrpSpPr>
      <p:grpSpPr>
        <a:xfrm>
          <a:off x="0" y="0"/>
          <a:ext cx="0" cy="0"/>
          <a:chOff x="0" y="0"/>
          <a:chExt cx="0" cy="0"/>
        </a:xfrm>
      </p:grpSpPr>
      <p:sp>
        <p:nvSpPr>
          <p:cNvPr id="39" name="Google Shape;39;p11"/>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262626"/>
              </a:buClr>
              <a:buSzPts val="5400"/>
              <a:buFont typeface="Century Gothic"/>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1"/>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000"/>
              </a:spcBef>
              <a:spcAft>
                <a:spcPts val="0"/>
              </a:spcAft>
              <a:buSzPts val="1800"/>
              <a:buNone/>
              <a:defRPr>
                <a:solidFill>
                  <a:srgbClr val="595959"/>
                </a:solidFill>
              </a:defRPr>
            </a:lvl1pPr>
            <a:lvl2pPr lvl="1" algn="ctr">
              <a:lnSpc>
                <a:spcPct val="100000"/>
              </a:lnSpc>
              <a:spcBef>
                <a:spcPts val="1000"/>
              </a:spcBef>
              <a:spcAft>
                <a:spcPts val="0"/>
              </a:spcAft>
              <a:buSzPts val="1600"/>
              <a:buNone/>
              <a:defRPr>
                <a:solidFill>
                  <a:srgbClr val="888888"/>
                </a:solidFill>
              </a:defRPr>
            </a:lvl2pPr>
            <a:lvl3pPr lvl="2" algn="ctr">
              <a:lnSpc>
                <a:spcPct val="100000"/>
              </a:lnSpc>
              <a:spcBef>
                <a:spcPts val="1000"/>
              </a:spcBef>
              <a:spcAft>
                <a:spcPts val="0"/>
              </a:spcAft>
              <a:buSzPts val="1400"/>
              <a:buNone/>
              <a:defRPr>
                <a:solidFill>
                  <a:srgbClr val="888888"/>
                </a:solidFill>
              </a:defRPr>
            </a:lvl3pPr>
            <a:lvl4pPr lvl="3" algn="ctr">
              <a:lnSpc>
                <a:spcPct val="100000"/>
              </a:lnSpc>
              <a:spcBef>
                <a:spcPts val="1000"/>
              </a:spcBef>
              <a:spcAft>
                <a:spcPts val="0"/>
              </a:spcAft>
              <a:buSzPts val="1200"/>
              <a:buNone/>
              <a:defRPr>
                <a:solidFill>
                  <a:srgbClr val="888888"/>
                </a:solidFill>
              </a:defRPr>
            </a:lvl4pPr>
            <a:lvl5pPr lvl="4" algn="ctr">
              <a:lnSpc>
                <a:spcPct val="100000"/>
              </a:lnSpc>
              <a:spcBef>
                <a:spcPts val="1000"/>
              </a:spcBef>
              <a:spcAft>
                <a:spcPts val="0"/>
              </a:spcAft>
              <a:buSzPts val="1200"/>
              <a:buNone/>
              <a:defRPr>
                <a:solidFill>
                  <a:srgbClr val="888888"/>
                </a:solidFill>
              </a:defRPr>
            </a:lvl5pPr>
            <a:lvl6pPr lvl="5" algn="ctr">
              <a:lnSpc>
                <a:spcPct val="100000"/>
              </a:lnSpc>
              <a:spcBef>
                <a:spcPts val="1000"/>
              </a:spcBef>
              <a:spcAft>
                <a:spcPts val="0"/>
              </a:spcAft>
              <a:buSzPts val="1200"/>
              <a:buNone/>
              <a:defRPr>
                <a:solidFill>
                  <a:srgbClr val="888888"/>
                </a:solidFill>
              </a:defRPr>
            </a:lvl6pPr>
            <a:lvl7pPr lvl="6" algn="ctr">
              <a:lnSpc>
                <a:spcPct val="100000"/>
              </a:lnSpc>
              <a:spcBef>
                <a:spcPts val="1000"/>
              </a:spcBef>
              <a:spcAft>
                <a:spcPts val="0"/>
              </a:spcAft>
              <a:buSzPts val="1200"/>
              <a:buNone/>
              <a:defRPr>
                <a:solidFill>
                  <a:srgbClr val="888888"/>
                </a:solidFill>
              </a:defRPr>
            </a:lvl7pPr>
            <a:lvl8pPr lvl="7" algn="ctr">
              <a:lnSpc>
                <a:spcPct val="100000"/>
              </a:lnSpc>
              <a:spcBef>
                <a:spcPts val="1000"/>
              </a:spcBef>
              <a:spcAft>
                <a:spcPts val="0"/>
              </a:spcAft>
              <a:buSzPts val="1200"/>
              <a:buNone/>
              <a:defRPr>
                <a:solidFill>
                  <a:srgbClr val="888888"/>
                </a:solidFill>
              </a:defRPr>
            </a:lvl8pPr>
            <a:lvl9pPr lvl="8" algn="ctr">
              <a:lnSpc>
                <a:spcPct val="100000"/>
              </a:lnSpc>
              <a:spcBef>
                <a:spcPts val="1000"/>
              </a:spcBef>
              <a:spcAft>
                <a:spcPts val="0"/>
              </a:spcAft>
              <a:buSzPts val="1200"/>
              <a:buNone/>
              <a:defRPr>
                <a:solidFill>
                  <a:srgbClr val="888888"/>
                </a:solidFill>
              </a:defRPr>
            </a:lvl9pPr>
          </a:lstStyle>
          <a:p/>
        </p:txBody>
      </p:sp>
      <p:sp>
        <p:nvSpPr>
          <p:cNvPr id="41" name="Google Shape;41;p1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1"/>
          <p:cNvSpPr/>
          <p:nvPr/>
        </p:nvSpPr>
        <p:spPr>
          <a:xfrm>
            <a:off x="0" y="4323810"/>
            <a:ext cx="1744652" cy="778589"/>
          </a:xfrm>
          <a:custGeom>
            <a:rect b="b" l="l" r="r" t="t"/>
            <a:pathLst>
              <a:path extrusionOk="0" h="166" w="372">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1"/>
          <p:cNvSpPr txBox="1"/>
          <p:nvPr>
            <p:ph idx="12" type="sldNum"/>
          </p:nvPr>
        </p:nvSpPr>
        <p:spPr>
          <a:xfrm>
            <a:off x="531812" y="4529540"/>
            <a:ext cx="7797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περιεχόμενο" type="obj">
  <p:cSld name="OBJECT">
    <p:spTree>
      <p:nvGrpSpPr>
        <p:cNvPr id="45" name="Shape 45"/>
        <p:cNvGrpSpPr/>
        <p:nvPr/>
      </p:nvGrpSpPr>
      <p:grpSpPr>
        <a:xfrm>
          <a:off x="0" y="0"/>
          <a:ext cx="0" cy="0"/>
          <a:chOff x="0" y="0"/>
          <a:chExt cx="0" cy="0"/>
        </a:xfrm>
      </p:grpSpPr>
      <p:sp>
        <p:nvSpPr>
          <p:cNvPr id="46" name="Google Shape;46;p12"/>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2"/>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48" name="Google Shape;48;p1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2"/>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12"/>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Κεφαλίδα ενότητας" type="secHead">
  <p:cSld name="SECTION_HEADER">
    <p:spTree>
      <p:nvGrpSpPr>
        <p:cNvPr id="52" name="Shape 52"/>
        <p:cNvGrpSpPr/>
        <p:nvPr/>
      </p:nvGrpSpPr>
      <p:grpSpPr>
        <a:xfrm>
          <a:off x="0" y="0"/>
          <a:ext cx="0" cy="0"/>
          <a:chOff x="0" y="0"/>
          <a:chExt cx="0" cy="0"/>
        </a:xfrm>
      </p:grpSpPr>
      <p:sp>
        <p:nvSpPr>
          <p:cNvPr id="53" name="Google Shape;53;p13"/>
          <p:cNvSpPr txBox="1"/>
          <p:nvPr>
            <p:ph type="title"/>
          </p:nvPr>
        </p:nvSpPr>
        <p:spPr>
          <a:xfrm>
            <a:off x="2589212" y="2058750"/>
            <a:ext cx="8915399" cy="1468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262626"/>
              </a:buClr>
              <a:buSzPts val="4000"/>
              <a:buFont typeface="Century Gothic"/>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3"/>
          <p:cNvSpPr txBox="1"/>
          <p:nvPr>
            <p:ph idx="1" type="body"/>
          </p:nvPr>
        </p:nvSpPr>
        <p:spPr>
          <a:xfrm>
            <a:off x="2589212" y="3530129"/>
            <a:ext cx="8915399"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2000"/>
              <a:buNone/>
              <a:defRPr sz="2000">
                <a:solidFill>
                  <a:srgbClr val="595959"/>
                </a:solidFill>
              </a:defRPr>
            </a:lvl1pPr>
            <a:lvl2pPr indent="-228600" lvl="1" marL="914400" algn="l">
              <a:lnSpc>
                <a:spcPct val="100000"/>
              </a:lnSpc>
              <a:spcBef>
                <a:spcPts val="1000"/>
              </a:spcBef>
              <a:spcAft>
                <a:spcPts val="0"/>
              </a:spcAft>
              <a:buSzPts val="1800"/>
              <a:buNone/>
              <a:defRPr sz="1800">
                <a:solidFill>
                  <a:srgbClr val="888888"/>
                </a:solidFill>
              </a:defRPr>
            </a:lvl2pPr>
            <a:lvl3pPr indent="-228600" lvl="2" marL="1371600" algn="l">
              <a:lnSpc>
                <a:spcPct val="100000"/>
              </a:lnSpc>
              <a:spcBef>
                <a:spcPts val="1000"/>
              </a:spcBef>
              <a:spcAft>
                <a:spcPts val="0"/>
              </a:spcAft>
              <a:buSzPts val="1600"/>
              <a:buNone/>
              <a:defRPr sz="1600">
                <a:solidFill>
                  <a:srgbClr val="888888"/>
                </a:solidFill>
              </a:defRPr>
            </a:lvl3pPr>
            <a:lvl4pPr indent="-228600" lvl="3" marL="1828800" algn="l">
              <a:lnSpc>
                <a:spcPct val="100000"/>
              </a:lnSpc>
              <a:spcBef>
                <a:spcPts val="1000"/>
              </a:spcBef>
              <a:spcAft>
                <a:spcPts val="0"/>
              </a:spcAft>
              <a:buSzPts val="1400"/>
              <a:buNone/>
              <a:defRPr sz="1400">
                <a:solidFill>
                  <a:srgbClr val="888888"/>
                </a:solidFill>
              </a:defRPr>
            </a:lvl4pPr>
            <a:lvl5pPr indent="-228600" lvl="4" marL="2286000" algn="l">
              <a:lnSpc>
                <a:spcPct val="100000"/>
              </a:lnSpc>
              <a:spcBef>
                <a:spcPts val="1000"/>
              </a:spcBef>
              <a:spcAft>
                <a:spcPts val="0"/>
              </a:spcAft>
              <a:buSzPts val="1400"/>
              <a:buNone/>
              <a:defRPr sz="1400">
                <a:solidFill>
                  <a:srgbClr val="888888"/>
                </a:solidFill>
              </a:defRPr>
            </a:lvl5pPr>
            <a:lvl6pPr indent="-228600" lvl="5" marL="2743200" algn="l">
              <a:lnSpc>
                <a:spcPct val="100000"/>
              </a:lnSpc>
              <a:spcBef>
                <a:spcPts val="1000"/>
              </a:spcBef>
              <a:spcAft>
                <a:spcPts val="0"/>
              </a:spcAft>
              <a:buSzPts val="1400"/>
              <a:buNone/>
              <a:defRPr sz="1400">
                <a:solidFill>
                  <a:srgbClr val="888888"/>
                </a:solidFill>
              </a:defRPr>
            </a:lvl6pPr>
            <a:lvl7pPr indent="-228600" lvl="6" marL="3200400" algn="l">
              <a:lnSpc>
                <a:spcPct val="100000"/>
              </a:lnSpc>
              <a:spcBef>
                <a:spcPts val="1000"/>
              </a:spcBef>
              <a:spcAft>
                <a:spcPts val="0"/>
              </a:spcAft>
              <a:buSzPts val="1400"/>
              <a:buNone/>
              <a:defRPr sz="1400">
                <a:solidFill>
                  <a:srgbClr val="888888"/>
                </a:solidFill>
              </a:defRPr>
            </a:lvl7pPr>
            <a:lvl8pPr indent="-228600" lvl="7" marL="3657600" algn="l">
              <a:lnSpc>
                <a:spcPct val="100000"/>
              </a:lnSpc>
              <a:spcBef>
                <a:spcPts val="1000"/>
              </a:spcBef>
              <a:spcAft>
                <a:spcPts val="0"/>
              </a:spcAft>
              <a:buSzPts val="1400"/>
              <a:buNone/>
              <a:defRPr sz="1400">
                <a:solidFill>
                  <a:srgbClr val="888888"/>
                </a:solidFill>
              </a:defRPr>
            </a:lvl8pPr>
            <a:lvl9pPr indent="-228600" lvl="8" marL="4114800" algn="l">
              <a:lnSpc>
                <a:spcPct val="100000"/>
              </a:lnSpc>
              <a:spcBef>
                <a:spcPts val="1000"/>
              </a:spcBef>
              <a:spcAft>
                <a:spcPts val="0"/>
              </a:spcAft>
              <a:buSzPts val="1400"/>
              <a:buNone/>
              <a:defRPr sz="1400">
                <a:solidFill>
                  <a:srgbClr val="888888"/>
                </a:solidFill>
              </a:defRPr>
            </a:lvl9pPr>
          </a:lstStyle>
          <a:p/>
        </p:txBody>
      </p:sp>
      <p:sp>
        <p:nvSpPr>
          <p:cNvPr id="55" name="Google Shape;55;p1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3"/>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Δύο περιεχόμενα" type="twoObj">
  <p:cSld name="TWO_OBJECTS">
    <p:spTree>
      <p:nvGrpSpPr>
        <p:cNvPr id="59" name="Shape 59"/>
        <p:cNvGrpSpPr/>
        <p:nvPr/>
      </p:nvGrpSpPr>
      <p:grpSpPr>
        <a:xfrm>
          <a:off x="0" y="0"/>
          <a:ext cx="0" cy="0"/>
          <a:chOff x="0" y="0"/>
          <a:chExt cx="0" cy="0"/>
        </a:xfrm>
      </p:grpSpPr>
      <p:sp>
        <p:nvSpPr>
          <p:cNvPr id="60" name="Google Shape;60;p14"/>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4"/>
          <p:cNvSpPr txBox="1"/>
          <p:nvPr>
            <p:ph idx="1" type="body"/>
          </p:nvPr>
        </p:nvSpPr>
        <p:spPr>
          <a:xfrm>
            <a:off x="2589212" y="2133600"/>
            <a:ext cx="4313864" cy="377762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62" name="Google Shape;62;p14"/>
          <p:cNvSpPr txBox="1"/>
          <p:nvPr>
            <p:ph idx="2" type="body"/>
          </p:nvPr>
        </p:nvSpPr>
        <p:spPr>
          <a:xfrm>
            <a:off x="7190747" y="2126222"/>
            <a:ext cx="4313864" cy="377762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63" name="Google Shape;63;p1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4"/>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4"/>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Σύγκριση" type="twoTxTwoObj">
  <p:cSld name="TWO_OBJECTS_WITH_TEXT">
    <p:spTree>
      <p:nvGrpSpPr>
        <p:cNvPr id="67" name="Shape 67"/>
        <p:cNvGrpSpPr/>
        <p:nvPr/>
      </p:nvGrpSpPr>
      <p:grpSpPr>
        <a:xfrm>
          <a:off x="0" y="0"/>
          <a:ext cx="0" cy="0"/>
          <a:chOff x="0" y="0"/>
          <a:chExt cx="0" cy="0"/>
        </a:xfrm>
      </p:grpSpPr>
      <p:sp>
        <p:nvSpPr>
          <p:cNvPr id="68" name="Google Shape;68;p15"/>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5"/>
          <p:cNvSpPr txBox="1"/>
          <p:nvPr>
            <p:ph idx="1" type="body"/>
          </p:nvPr>
        </p:nvSpPr>
        <p:spPr>
          <a:xfrm>
            <a:off x="2939373" y="1972703"/>
            <a:ext cx="3992732"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2400"/>
              <a:buNone/>
              <a:defRPr b="0" sz="2400"/>
            </a:lvl1pPr>
            <a:lvl2pPr indent="-228600" lvl="1" marL="914400" algn="l">
              <a:lnSpc>
                <a:spcPct val="100000"/>
              </a:lnSpc>
              <a:spcBef>
                <a:spcPts val="1000"/>
              </a:spcBef>
              <a:spcAft>
                <a:spcPts val="0"/>
              </a:spcAft>
              <a:buSzPts val="2000"/>
              <a:buNone/>
              <a:defRPr b="1" sz="20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70" name="Google Shape;70;p15"/>
          <p:cNvSpPr txBox="1"/>
          <p:nvPr>
            <p:ph idx="2" type="body"/>
          </p:nvPr>
        </p:nvSpPr>
        <p:spPr>
          <a:xfrm>
            <a:off x="2589212" y="2548966"/>
            <a:ext cx="4342893" cy="335406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71" name="Google Shape;71;p15"/>
          <p:cNvSpPr txBox="1"/>
          <p:nvPr>
            <p:ph idx="3" type="body"/>
          </p:nvPr>
        </p:nvSpPr>
        <p:spPr>
          <a:xfrm>
            <a:off x="7506629" y="1969475"/>
            <a:ext cx="3999001"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2400"/>
              <a:buNone/>
              <a:defRPr b="0" sz="2400"/>
            </a:lvl1pPr>
            <a:lvl2pPr indent="-228600" lvl="1" marL="914400" algn="l">
              <a:lnSpc>
                <a:spcPct val="100000"/>
              </a:lnSpc>
              <a:spcBef>
                <a:spcPts val="1000"/>
              </a:spcBef>
              <a:spcAft>
                <a:spcPts val="0"/>
              </a:spcAft>
              <a:buSzPts val="2000"/>
              <a:buNone/>
              <a:defRPr b="1" sz="2000"/>
            </a:lvl2pPr>
            <a:lvl3pPr indent="-228600" lvl="2" marL="1371600" algn="l">
              <a:lnSpc>
                <a:spcPct val="100000"/>
              </a:lnSpc>
              <a:spcBef>
                <a:spcPts val="1000"/>
              </a:spcBef>
              <a:spcAft>
                <a:spcPts val="0"/>
              </a:spcAft>
              <a:buSzPts val="1800"/>
              <a:buNone/>
              <a:defRPr b="1" sz="1800"/>
            </a:lvl3pPr>
            <a:lvl4pPr indent="-228600" lvl="3" marL="1828800" algn="l">
              <a:lnSpc>
                <a:spcPct val="100000"/>
              </a:lnSpc>
              <a:spcBef>
                <a:spcPts val="1000"/>
              </a:spcBef>
              <a:spcAft>
                <a:spcPts val="0"/>
              </a:spcAft>
              <a:buSzPts val="1600"/>
              <a:buNone/>
              <a:defRPr b="1" sz="1600"/>
            </a:lvl4pPr>
            <a:lvl5pPr indent="-228600" lvl="4" marL="2286000" algn="l">
              <a:lnSpc>
                <a:spcPct val="100000"/>
              </a:lnSpc>
              <a:spcBef>
                <a:spcPts val="1000"/>
              </a:spcBef>
              <a:spcAft>
                <a:spcPts val="0"/>
              </a:spcAft>
              <a:buSzPts val="1600"/>
              <a:buNone/>
              <a:defRPr b="1" sz="1600"/>
            </a:lvl5pPr>
            <a:lvl6pPr indent="-228600" lvl="5" marL="2743200" algn="l">
              <a:lnSpc>
                <a:spcPct val="100000"/>
              </a:lnSpc>
              <a:spcBef>
                <a:spcPts val="1000"/>
              </a:spcBef>
              <a:spcAft>
                <a:spcPts val="0"/>
              </a:spcAft>
              <a:buSzPts val="1600"/>
              <a:buNone/>
              <a:defRPr b="1" sz="1600"/>
            </a:lvl6pPr>
            <a:lvl7pPr indent="-228600" lvl="6" marL="3200400" algn="l">
              <a:lnSpc>
                <a:spcPct val="100000"/>
              </a:lnSpc>
              <a:spcBef>
                <a:spcPts val="1000"/>
              </a:spcBef>
              <a:spcAft>
                <a:spcPts val="0"/>
              </a:spcAft>
              <a:buSzPts val="1600"/>
              <a:buNone/>
              <a:defRPr b="1" sz="1600"/>
            </a:lvl7pPr>
            <a:lvl8pPr indent="-228600" lvl="7" marL="3657600" algn="l">
              <a:lnSpc>
                <a:spcPct val="100000"/>
              </a:lnSpc>
              <a:spcBef>
                <a:spcPts val="1000"/>
              </a:spcBef>
              <a:spcAft>
                <a:spcPts val="0"/>
              </a:spcAft>
              <a:buSzPts val="1600"/>
              <a:buNone/>
              <a:defRPr b="1" sz="1600"/>
            </a:lvl8pPr>
            <a:lvl9pPr indent="-228600" lvl="8" marL="4114800" algn="l">
              <a:lnSpc>
                <a:spcPct val="100000"/>
              </a:lnSpc>
              <a:spcBef>
                <a:spcPts val="1000"/>
              </a:spcBef>
              <a:spcAft>
                <a:spcPts val="0"/>
              </a:spcAft>
              <a:buSzPts val="1600"/>
              <a:buNone/>
              <a:defRPr b="1" sz="1600"/>
            </a:lvl9pPr>
          </a:lstStyle>
          <a:p/>
        </p:txBody>
      </p:sp>
      <p:sp>
        <p:nvSpPr>
          <p:cNvPr id="72" name="Google Shape;72;p15"/>
          <p:cNvSpPr txBox="1"/>
          <p:nvPr>
            <p:ph idx="4" type="body"/>
          </p:nvPr>
        </p:nvSpPr>
        <p:spPr>
          <a:xfrm>
            <a:off x="7166957" y="2545738"/>
            <a:ext cx="4338674" cy="335406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73" name="Google Shape;73;p1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Μόνο τίτλος" type="titleOnly">
  <p:cSld name="TITLE_ONLY">
    <p:spTree>
      <p:nvGrpSpPr>
        <p:cNvPr id="77" name="Shape 77"/>
        <p:cNvGrpSpPr/>
        <p:nvPr/>
      </p:nvGrpSpPr>
      <p:grpSpPr>
        <a:xfrm>
          <a:off x="0" y="0"/>
          <a:ext cx="0" cy="0"/>
          <a:chOff x="0" y="0"/>
          <a:chExt cx="0" cy="0"/>
        </a:xfrm>
      </p:grpSpPr>
      <p:sp>
        <p:nvSpPr>
          <p:cNvPr id="78" name="Google Shape;78;p16"/>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6"/>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16"/>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Κενή" type="blank">
  <p:cSld name="BLANK">
    <p:spTree>
      <p:nvGrpSpPr>
        <p:cNvPr id="83" name="Shape 83"/>
        <p:cNvGrpSpPr/>
        <p:nvPr/>
      </p:nvGrpSpPr>
      <p:grpSpPr>
        <a:xfrm>
          <a:off x="0" y="0"/>
          <a:ext cx="0" cy="0"/>
          <a:chOff x="0" y="0"/>
          <a:chExt cx="0" cy="0"/>
        </a:xfrm>
      </p:grpSpPr>
      <p:sp>
        <p:nvSpPr>
          <p:cNvPr id="84" name="Google Shape;84;p1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7"/>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Περιεχόμενο με λεζάντα" type="objTx">
  <p:cSld name="OBJECT_WITH_CAPTION_TEXT">
    <p:spTree>
      <p:nvGrpSpPr>
        <p:cNvPr id="88" name="Shape 88"/>
        <p:cNvGrpSpPr/>
        <p:nvPr/>
      </p:nvGrpSpPr>
      <p:grpSpPr>
        <a:xfrm>
          <a:off x="0" y="0"/>
          <a:ext cx="0" cy="0"/>
          <a:chOff x="0" y="0"/>
          <a:chExt cx="0" cy="0"/>
        </a:xfrm>
      </p:grpSpPr>
      <p:sp>
        <p:nvSpPr>
          <p:cNvPr id="89" name="Google Shape;89;p18"/>
          <p:cNvSpPr txBox="1"/>
          <p:nvPr>
            <p:ph type="title"/>
          </p:nvPr>
        </p:nvSpPr>
        <p:spPr>
          <a:xfrm>
            <a:off x="2589212" y="446088"/>
            <a:ext cx="3505199" cy="97631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262626"/>
              </a:buClr>
              <a:buSzPts val="2000"/>
              <a:buFont typeface="Century Gothic"/>
              <a:buNone/>
              <a:defRPr b="0"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8"/>
          <p:cNvSpPr txBox="1"/>
          <p:nvPr>
            <p:ph idx="1" type="body"/>
          </p:nvPr>
        </p:nvSpPr>
        <p:spPr>
          <a:xfrm>
            <a:off x="6323012" y="446088"/>
            <a:ext cx="5181600" cy="5414963"/>
          </a:xfrm>
          <a:prstGeom prst="rect">
            <a:avLst/>
          </a:prstGeom>
          <a:noFill/>
          <a:ln>
            <a:noFill/>
          </a:ln>
        </p:spPr>
        <p:txBody>
          <a:bodyPr anchorCtr="0" anchor="ctr"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91" name="Google Shape;91;p18"/>
          <p:cNvSpPr txBox="1"/>
          <p:nvPr>
            <p:ph idx="2" type="body"/>
          </p:nvPr>
        </p:nvSpPr>
        <p:spPr>
          <a:xfrm>
            <a:off x="2589212" y="1598613"/>
            <a:ext cx="3505199" cy="426243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400"/>
              <a:buNone/>
              <a:defRPr sz="14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0"/>
              </a:spcAft>
              <a:buSzPts val="900"/>
              <a:buNone/>
              <a:defRPr sz="900"/>
            </a:lvl9pPr>
          </a:lstStyle>
          <a:p/>
        </p:txBody>
      </p:sp>
      <p:sp>
        <p:nvSpPr>
          <p:cNvPr id="92" name="Google Shape;92;p1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8"/>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8"/>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Εικόνα με λεζάντα" type="picTx">
  <p:cSld name="PICTURE_WITH_CAPTION_TEXT">
    <p:spTree>
      <p:nvGrpSpPr>
        <p:cNvPr id="96" name="Shape 96"/>
        <p:cNvGrpSpPr/>
        <p:nvPr/>
      </p:nvGrpSpPr>
      <p:grpSpPr>
        <a:xfrm>
          <a:off x="0" y="0"/>
          <a:ext cx="0" cy="0"/>
          <a:chOff x="0" y="0"/>
          <a:chExt cx="0" cy="0"/>
        </a:xfrm>
      </p:grpSpPr>
      <p:sp>
        <p:nvSpPr>
          <p:cNvPr id="97" name="Google Shape;97;p19"/>
          <p:cNvSpPr txBox="1"/>
          <p:nvPr>
            <p:ph type="title"/>
          </p:nvPr>
        </p:nvSpPr>
        <p:spPr>
          <a:xfrm>
            <a:off x="2589213" y="4800600"/>
            <a:ext cx="8915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262626"/>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9"/>
          <p:cNvSpPr/>
          <p:nvPr>
            <p:ph idx="2" type="pic"/>
          </p:nvPr>
        </p:nvSpPr>
        <p:spPr>
          <a:xfrm>
            <a:off x="2589212" y="634965"/>
            <a:ext cx="8915400" cy="3854970"/>
          </a:xfrm>
          <a:prstGeom prst="rect">
            <a:avLst/>
          </a:prstGeom>
          <a:noFill/>
          <a:ln>
            <a:noFill/>
          </a:ln>
        </p:spPr>
      </p:sp>
      <p:sp>
        <p:nvSpPr>
          <p:cNvPr id="99" name="Google Shape;99;p19"/>
          <p:cNvSpPr txBox="1"/>
          <p:nvPr>
            <p:ph idx="1" type="body"/>
          </p:nvPr>
        </p:nvSpPr>
        <p:spPr>
          <a:xfrm>
            <a:off x="2589213" y="5367338"/>
            <a:ext cx="8915400" cy="49371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200"/>
              <a:buNone/>
              <a:defRPr sz="1200"/>
            </a:lvl1pPr>
            <a:lvl2pPr indent="-228600" lvl="1" marL="914400" algn="l">
              <a:lnSpc>
                <a:spcPct val="100000"/>
              </a:lnSpc>
              <a:spcBef>
                <a:spcPts val="1000"/>
              </a:spcBef>
              <a:spcAft>
                <a:spcPts val="0"/>
              </a:spcAft>
              <a:buSzPts val="1200"/>
              <a:buNone/>
              <a:defRPr sz="1200"/>
            </a:lvl2pPr>
            <a:lvl3pPr indent="-228600" lvl="2" marL="1371600" algn="l">
              <a:lnSpc>
                <a:spcPct val="100000"/>
              </a:lnSpc>
              <a:spcBef>
                <a:spcPts val="1000"/>
              </a:spcBef>
              <a:spcAft>
                <a:spcPts val="0"/>
              </a:spcAft>
              <a:buSzPts val="1000"/>
              <a:buNone/>
              <a:defRPr sz="1000"/>
            </a:lvl3pPr>
            <a:lvl4pPr indent="-228600" lvl="3" marL="1828800" algn="l">
              <a:lnSpc>
                <a:spcPct val="100000"/>
              </a:lnSpc>
              <a:spcBef>
                <a:spcPts val="1000"/>
              </a:spcBef>
              <a:spcAft>
                <a:spcPts val="0"/>
              </a:spcAft>
              <a:buSzPts val="900"/>
              <a:buNone/>
              <a:defRPr sz="900"/>
            </a:lvl4pPr>
            <a:lvl5pPr indent="-228600" lvl="4" marL="2286000" algn="l">
              <a:lnSpc>
                <a:spcPct val="100000"/>
              </a:lnSpc>
              <a:spcBef>
                <a:spcPts val="1000"/>
              </a:spcBef>
              <a:spcAft>
                <a:spcPts val="0"/>
              </a:spcAft>
              <a:buSzPts val="900"/>
              <a:buNone/>
              <a:defRPr sz="900"/>
            </a:lvl5pPr>
            <a:lvl6pPr indent="-228600" lvl="5" marL="2743200" algn="l">
              <a:lnSpc>
                <a:spcPct val="100000"/>
              </a:lnSpc>
              <a:spcBef>
                <a:spcPts val="1000"/>
              </a:spcBef>
              <a:spcAft>
                <a:spcPts val="0"/>
              </a:spcAft>
              <a:buSzPts val="900"/>
              <a:buNone/>
              <a:defRPr sz="900"/>
            </a:lvl6pPr>
            <a:lvl7pPr indent="-228600" lvl="6" marL="3200400" algn="l">
              <a:lnSpc>
                <a:spcPct val="100000"/>
              </a:lnSpc>
              <a:spcBef>
                <a:spcPts val="1000"/>
              </a:spcBef>
              <a:spcAft>
                <a:spcPts val="0"/>
              </a:spcAft>
              <a:buSzPts val="900"/>
              <a:buNone/>
              <a:defRPr sz="900"/>
            </a:lvl7pPr>
            <a:lvl8pPr indent="-228600" lvl="7" marL="3657600" algn="l">
              <a:lnSpc>
                <a:spcPct val="100000"/>
              </a:lnSpc>
              <a:spcBef>
                <a:spcPts val="1000"/>
              </a:spcBef>
              <a:spcAft>
                <a:spcPts val="0"/>
              </a:spcAft>
              <a:buSzPts val="900"/>
              <a:buNone/>
              <a:defRPr sz="900"/>
            </a:lvl8pPr>
            <a:lvl9pPr indent="-228600" lvl="8" marL="4114800" algn="l">
              <a:lnSpc>
                <a:spcPct val="100000"/>
              </a:lnSpc>
              <a:spcBef>
                <a:spcPts val="1000"/>
              </a:spcBef>
              <a:spcAft>
                <a:spcPts val="0"/>
              </a:spcAft>
              <a:buSzPts val="900"/>
              <a:buNone/>
              <a:defRPr sz="900"/>
            </a:lvl9pPr>
          </a:lstStyle>
          <a:p/>
        </p:txBody>
      </p:sp>
      <p:sp>
        <p:nvSpPr>
          <p:cNvPr id="100" name="Google Shape;100;p1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9"/>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9"/>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λεζάντα">
  <p:cSld name="Τίτλος και λεζάντα">
    <p:spTree>
      <p:nvGrpSpPr>
        <p:cNvPr id="104" name="Shape 104"/>
        <p:cNvGrpSpPr/>
        <p:nvPr/>
      </p:nvGrpSpPr>
      <p:grpSpPr>
        <a:xfrm>
          <a:off x="0" y="0"/>
          <a:ext cx="0" cy="0"/>
          <a:chOff x="0" y="0"/>
          <a:chExt cx="0" cy="0"/>
        </a:xfrm>
      </p:grpSpPr>
      <p:sp>
        <p:nvSpPr>
          <p:cNvPr id="105" name="Google Shape;105;p20"/>
          <p:cNvSpPr txBox="1"/>
          <p:nvPr>
            <p:ph type="title"/>
          </p:nvPr>
        </p:nvSpPr>
        <p:spPr>
          <a:xfrm>
            <a:off x="2589212" y="609600"/>
            <a:ext cx="8915399" cy="311704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262626"/>
              </a:buClr>
              <a:buSzPts val="4800"/>
              <a:buFont typeface="Century Gothic"/>
              <a:buNone/>
              <a:defRPr b="0" sz="48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20"/>
          <p:cNvSpPr txBox="1"/>
          <p:nvPr>
            <p:ph idx="1"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800"/>
              <a:buNone/>
              <a:defRPr sz="1800">
                <a:solidFill>
                  <a:srgbClr val="595959"/>
                </a:solidFill>
              </a:defRPr>
            </a:lvl1pPr>
            <a:lvl2pPr indent="-228600" lvl="1" marL="914400" algn="l">
              <a:lnSpc>
                <a:spcPct val="100000"/>
              </a:lnSpc>
              <a:spcBef>
                <a:spcPts val="1000"/>
              </a:spcBef>
              <a:spcAft>
                <a:spcPts val="0"/>
              </a:spcAft>
              <a:buSzPts val="1800"/>
              <a:buNone/>
              <a:defRPr sz="1800">
                <a:solidFill>
                  <a:srgbClr val="888888"/>
                </a:solidFill>
              </a:defRPr>
            </a:lvl2pPr>
            <a:lvl3pPr indent="-228600" lvl="2" marL="1371600" algn="l">
              <a:lnSpc>
                <a:spcPct val="100000"/>
              </a:lnSpc>
              <a:spcBef>
                <a:spcPts val="1000"/>
              </a:spcBef>
              <a:spcAft>
                <a:spcPts val="0"/>
              </a:spcAft>
              <a:buSzPts val="1600"/>
              <a:buNone/>
              <a:defRPr sz="1600">
                <a:solidFill>
                  <a:srgbClr val="888888"/>
                </a:solidFill>
              </a:defRPr>
            </a:lvl3pPr>
            <a:lvl4pPr indent="-228600" lvl="3" marL="1828800" algn="l">
              <a:lnSpc>
                <a:spcPct val="100000"/>
              </a:lnSpc>
              <a:spcBef>
                <a:spcPts val="1000"/>
              </a:spcBef>
              <a:spcAft>
                <a:spcPts val="0"/>
              </a:spcAft>
              <a:buSzPts val="1400"/>
              <a:buNone/>
              <a:defRPr sz="1400">
                <a:solidFill>
                  <a:srgbClr val="888888"/>
                </a:solidFill>
              </a:defRPr>
            </a:lvl4pPr>
            <a:lvl5pPr indent="-228600" lvl="4" marL="2286000" algn="l">
              <a:lnSpc>
                <a:spcPct val="100000"/>
              </a:lnSpc>
              <a:spcBef>
                <a:spcPts val="1000"/>
              </a:spcBef>
              <a:spcAft>
                <a:spcPts val="0"/>
              </a:spcAft>
              <a:buSzPts val="1400"/>
              <a:buNone/>
              <a:defRPr sz="1400">
                <a:solidFill>
                  <a:srgbClr val="888888"/>
                </a:solidFill>
              </a:defRPr>
            </a:lvl5pPr>
            <a:lvl6pPr indent="-228600" lvl="5" marL="2743200" algn="l">
              <a:lnSpc>
                <a:spcPct val="100000"/>
              </a:lnSpc>
              <a:spcBef>
                <a:spcPts val="1000"/>
              </a:spcBef>
              <a:spcAft>
                <a:spcPts val="0"/>
              </a:spcAft>
              <a:buSzPts val="1400"/>
              <a:buNone/>
              <a:defRPr sz="1400">
                <a:solidFill>
                  <a:srgbClr val="888888"/>
                </a:solidFill>
              </a:defRPr>
            </a:lvl6pPr>
            <a:lvl7pPr indent="-228600" lvl="6" marL="3200400" algn="l">
              <a:lnSpc>
                <a:spcPct val="100000"/>
              </a:lnSpc>
              <a:spcBef>
                <a:spcPts val="1000"/>
              </a:spcBef>
              <a:spcAft>
                <a:spcPts val="0"/>
              </a:spcAft>
              <a:buSzPts val="1400"/>
              <a:buNone/>
              <a:defRPr sz="1400">
                <a:solidFill>
                  <a:srgbClr val="888888"/>
                </a:solidFill>
              </a:defRPr>
            </a:lvl7pPr>
            <a:lvl8pPr indent="-228600" lvl="7" marL="3657600" algn="l">
              <a:lnSpc>
                <a:spcPct val="100000"/>
              </a:lnSpc>
              <a:spcBef>
                <a:spcPts val="1000"/>
              </a:spcBef>
              <a:spcAft>
                <a:spcPts val="0"/>
              </a:spcAft>
              <a:buSzPts val="1400"/>
              <a:buNone/>
              <a:defRPr sz="1400">
                <a:solidFill>
                  <a:srgbClr val="888888"/>
                </a:solidFill>
              </a:defRPr>
            </a:lvl8pPr>
            <a:lvl9pPr indent="-228600" lvl="8" marL="4114800" algn="l">
              <a:lnSpc>
                <a:spcPct val="100000"/>
              </a:lnSpc>
              <a:spcBef>
                <a:spcPts val="1000"/>
              </a:spcBef>
              <a:spcAft>
                <a:spcPts val="0"/>
              </a:spcAft>
              <a:buSzPts val="1400"/>
              <a:buNone/>
              <a:defRPr sz="1400">
                <a:solidFill>
                  <a:srgbClr val="888888"/>
                </a:solidFill>
              </a:defRPr>
            </a:lvl9pPr>
          </a:lstStyle>
          <a:p/>
        </p:txBody>
      </p:sp>
      <p:sp>
        <p:nvSpPr>
          <p:cNvPr id="107" name="Google Shape;107;p2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2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20"/>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0"/>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Εισαγωγικά με λεζάντα">
  <p:cSld name="Εισαγωγικά με λεζάντα">
    <p:spTree>
      <p:nvGrpSpPr>
        <p:cNvPr id="111" name="Shape 111"/>
        <p:cNvGrpSpPr/>
        <p:nvPr/>
      </p:nvGrpSpPr>
      <p:grpSpPr>
        <a:xfrm>
          <a:off x="0" y="0"/>
          <a:ext cx="0" cy="0"/>
          <a:chOff x="0" y="0"/>
          <a:chExt cx="0" cy="0"/>
        </a:xfrm>
      </p:grpSpPr>
      <p:sp>
        <p:nvSpPr>
          <p:cNvPr id="112" name="Google Shape;112;p21"/>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262626"/>
              </a:buClr>
              <a:buSzPts val="4800"/>
              <a:buFont typeface="Century Gothic"/>
              <a:buNone/>
              <a:defRPr b="0" sz="48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21"/>
          <p:cNvSpPr txBox="1"/>
          <p:nvPr>
            <p:ph idx="1" type="body"/>
          </p:nvPr>
        </p:nvSpPr>
        <p:spPr>
          <a:xfrm>
            <a:off x="3275012" y="3505200"/>
            <a:ext cx="7536554" cy="38100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000"/>
              </a:spcBef>
              <a:spcAft>
                <a:spcPts val="0"/>
              </a:spcAft>
              <a:buSzPts val="1600"/>
              <a:buFont typeface="Century Gothic"/>
              <a:buNone/>
              <a:defRPr sz="1600">
                <a:solidFill>
                  <a:srgbClr val="7F7F7F"/>
                </a:solidFill>
              </a:defRPr>
            </a:lvl1pPr>
            <a:lvl2pPr indent="-228600" lvl="1" marL="914400" algn="l">
              <a:lnSpc>
                <a:spcPct val="100000"/>
              </a:lnSpc>
              <a:spcBef>
                <a:spcPts val="1000"/>
              </a:spcBef>
              <a:spcAft>
                <a:spcPts val="0"/>
              </a:spcAft>
              <a:buSzPts val="1600"/>
              <a:buFont typeface="Century Gothic"/>
              <a:buNone/>
              <a:defRPr/>
            </a:lvl2pPr>
            <a:lvl3pPr indent="-228600" lvl="2" marL="1371600" algn="l">
              <a:lnSpc>
                <a:spcPct val="100000"/>
              </a:lnSpc>
              <a:spcBef>
                <a:spcPts val="1000"/>
              </a:spcBef>
              <a:spcAft>
                <a:spcPts val="0"/>
              </a:spcAft>
              <a:buSzPts val="1400"/>
              <a:buFont typeface="Century Gothic"/>
              <a:buNone/>
              <a:defRPr/>
            </a:lvl3pPr>
            <a:lvl4pPr indent="-228600" lvl="3" marL="1828800" algn="l">
              <a:lnSpc>
                <a:spcPct val="100000"/>
              </a:lnSpc>
              <a:spcBef>
                <a:spcPts val="1000"/>
              </a:spcBef>
              <a:spcAft>
                <a:spcPts val="0"/>
              </a:spcAft>
              <a:buSzPts val="1200"/>
              <a:buFont typeface="Century Gothic"/>
              <a:buNone/>
              <a:defRPr/>
            </a:lvl4pPr>
            <a:lvl5pPr indent="-228600" lvl="4" marL="2286000" algn="l">
              <a:lnSpc>
                <a:spcPct val="100000"/>
              </a:lnSpc>
              <a:spcBef>
                <a:spcPts val="1000"/>
              </a:spcBef>
              <a:spcAft>
                <a:spcPts val="0"/>
              </a:spcAft>
              <a:buSzPts val="1200"/>
              <a:buFont typeface="Century Gothic"/>
              <a:buNone/>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114" name="Google Shape;114;p21"/>
          <p:cNvSpPr txBox="1"/>
          <p:nvPr>
            <p:ph idx="2"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1000"/>
              </a:spcBef>
              <a:spcAft>
                <a:spcPts val="0"/>
              </a:spcAft>
              <a:buSzPts val="1800"/>
              <a:buNone/>
              <a:defRPr sz="1800">
                <a:solidFill>
                  <a:srgbClr val="595959"/>
                </a:solidFill>
              </a:defRPr>
            </a:lvl1pPr>
            <a:lvl2pPr indent="-228600" lvl="1" marL="914400" algn="l">
              <a:lnSpc>
                <a:spcPct val="100000"/>
              </a:lnSpc>
              <a:spcBef>
                <a:spcPts val="1000"/>
              </a:spcBef>
              <a:spcAft>
                <a:spcPts val="0"/>
              </a:spcAft>
              <a:buSzPts val="1800"/>
              <a:buNone/>
              <a:defRPr sz="1800">
                <a:solidFill>
                  <a:srgbClr val="888888"/>
                </a:solidFill>
              </a:defRPr>
            </a:lvl2pPr>
            <a:lvl3pPr indent="-228600" lvl="2" marL="1371600" algn="l">
              <a:lnSpc>
                <a:spcPct val="100000"/>
              </a:lnSpc>
              <a:spcBef>
                <a:spcPts val="1000"/>
              </a:spcBef>
              <a:spcAft>
                <a:spcPts val="0"/>
              </a:spcAft>
              <a:buSzPts val="1600"/>
              <a:buNone/>
              <a:defRPr sz="1600">
                <a:solidFill>
                  <a:srgbClr val="888888"/>
                </a:solidFill>
              </a:defRPr>
            </a:lvl3pPr>
            <a:lvl4pPr indent="-228600" lvl="3" marL="1828800" algn="l">
              <a:lnSpc>
                <a:spcPct val="100000"/>
              </a:lnSpc>
              <a:spcBef>
                <a:spcPts val="1000"/>
              </a:spcBef>
              <a:spcAft>
                <a:spcPts val="0"/>
              </a:spcAft>
              <a:buSzPts val="1400"/>
              <a:buNone/>
              <a:defRPr sz="1400">
                <a:solidFill>
                  <a:srgbClr val="888888"/>
                </a:solidFill>
              </a:defRPr>
            </a:lvl4pPr>
            <a:lvl5pPr indent="-228600" lvl="4" marL="2286000" algn="l">
              <a:lnSpc>
                <a:spcPct val="100000"/>
              </a:lnSpc>
              <a:spcBef>
                <a:spcPts val="1000"/>
              </a:spcBef>
              <a:spcAft>
                <a:spcPts val="0"/>
              </a:spcAft>
              <a:buSzPts val="1400"/>
              <a:buNone/>
              <a:defRPr sz="1400">
                <a:solidFill>
                  <a:srgbClr val="888888"/>
                </a:solidFill>
              </a:defRPr>
            </a:lvl5pPr>
            <a:lvl6pPr indent="-228600" lvl="5" marL="2743200" algn="l">
              <a:lnSpc>
                <a:spcPct val="100000"/>
              </a:lnSpc>
              <a:spcBef>
                <a:spcPts val="1000"/>
              </a:spcBef>
              <a:spcAft>
                <a:spcPts val="0"/>
              </a:spcAft>
              <a:buSzPts val="1400"/>
              <a:buNone/>
              <a:defRPr sz="1400">
                <a:solidFill>
                  <a:srgbClr val="888888"/>
                </a:solidFill>
              </a:defRPr>
            </a:lvl6pPr>
            <a:lvl7pPr indent="-228600" lvl="6" marL="3200400" algn="l">
              <a:lnSpc>
                <a:spcPct val="100000"/>
              </a:lnSpc>
              <a:spcBef>
                <a:spcPts val="1000"/>
              </a:spcBef>
              <a:spcAft>
                <a:spcPts val="0"/>
              </a:spcAft>
              <a:buSzPts val="1400"/>
              <a:buNone/>
              <a:defRPr sz="1400">
                <a:solidFill>
                  <a:srgbClr val="888888"/>
                </a:solidFill>
              </a:defRPr>
            </a:lvl7pPr>
            <a:lvl8pPr indent="-228600" lvl="7" marL="3657600" algn="l">
              <a:lnSpc>
                <a:spcPct val="100000"/>
              </a:lnSpc>
              <a:spcBef>
                <a:spcPts val="1000"/>
              </a:spcBef>
              <a:spcAft>
                <a:spcPts val="0"/>
              </a:spcAft>
              <a:buSzPts val="1400"/>
              <a:buNone/>
              <a:defRPr sz="1400">
                <a:solidFill>
                  <a:srgbClr val="888888"/>
                </a:solidFill>
              </a:defRPr>
            </a:lvl8pPr>
            <a:lvl9pPr indent="-228600" lvl="8" marL="4114800" algn="l">
              <a:lnSpc>
                <a:spcPct val="100000"/>
              </a:lnSpc>
              <a:spcBef>
                <a:spcPts val="1000"/>
              </a:spcBef>
              <a:spcAft>
                <a:spcPts val="0"/>
              </a:spcAft>
              <a:buSzPts val="1400"/>
              <a:buNone/>
              <a:defRPr sz="1400">
                <a:solidFill>
                  <a:srgbClr val="888888"/>
                </a:solidFill>
              </a:defRPr>
            </a:lvl9pPr>
          </a:lstStyle>
          <a:p/>
        </p:txBody>
      </p:sp>
      <p:sp>
        <p:nvSpPr>
          <p:cNvPr id="115" name="Google Shape;115;p2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2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21"/>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1"/>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119" name="Google Shape;119;p21"/>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0"/>
              <a:buFont typeface="Arial"/>
              <a:buNone/>
            </a:pPr>
            <a:r>
              <a:rPr b="0" i="0" lang="en-US" sz="8000" u="none" cap="none" strike="noStrike">
                <a:solidFill>
                  <a:schemeClr val="accent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20" name="Google Shape;120;p21"/>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0"/>
              <a:buFont typeface="Arial"/>
              <a:buNone/>
            </a:pPr>
            <a:r>
              <a:rPr b="0" i="0" lang="en-US" sz="8000" u="none" cap="none" strike="noStrike">
                <a:solidFill>
                  <a:schemeClr val="accent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Κάρτα ονόματος">
  <p:cSld name="Κάρτα ονόματος">
    <p:spTree>
      <p:nvGrpSpPr>
        <p:cNvPr id="121" name="Shape 121"/>
        <p:cNvGrpSpPr/>
        <p:nvPr/>
      </p:nvGrpSpPr>
      <p:grpSpPr>
        <a:xfrm>
          <a:off x="0" y="0"/>
          <a:ext cx="0" cy="0"/>
          <a:chOff x="0" y="0"/>
          <a:chExt cx="0" cy="0"/>
        </a:xfrm>
      </p:grpSpPr>
      <p:sp>
        <p:nvSpPr>
          <p:cNvPr id="122" name="Google Shape;122;p22"/>
          <p:cNvSpPr txBox="1"/>
          <p:nvPr>
            <p:ph type="title"/>
          </p:nvPr>
        </p:nvSpPr>
        <p:spPr>
          <a:xfrm>
            <a:off x="2589213" y="2438400"/>
            <a:ext cx="8915400" cy="272484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262626"/>
              </a:buClr>
              <a:buSzPts val="4800"/>
              <a:buFont typeface="Century Gothic"/>
              <a:buNone/>
              <a:defRPr b="0"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22"/>
          <p:cNvSpPr txBox="1"/>
          <p:nvPr>
            <p:ph idx="1"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800"/>
              <a:buNone/>
              <a:defRPr>
                <a:solidFill>
                  <a:srgbClr val="595959"/>
                </a:solidFil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124" name="Google Shape;124;p2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2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22"/>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22"/>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Κάρτα ονόματος με φράση">
  <p:cSld name="Κάρτα ονόματος με φράση">
    <p:spTree>
      <p:nvGrpSpPr>
        <p:cNvPr id="128" name="Shape 128"/>
        <p:cNvGrpSpPr/>
        <p:nvPr/>
      </p:nvGrpSpPr>
      <p:grpSpPr>
        <a:xfrm>
          <a:off x="0" y="0"/>
          <a:ext cx="0" cy="0"/>
          <a:chOff x="0" y="0"/>
          <a:chExt cx="0" cy="0"/>
        </a:xfrm>
      </p:grpSpPr>
      <p:sp>
        <p:nvSpPr>
          <p:cNvPr id="129" name="Google Shape;129;p23"/>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262626"/>
              </a:buClr>
              <a:buSzPts val="4800"/>
              <a:buFont typeface="Century Gothic"/>
              <a:buNone/>
              <a:defRPr b="0" sz="48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23"/>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2400"/>
              <a:buFont typeface="Century Gothic"/>
              <a:buNone/>
              <a:defRPr sz="2400">
                <a:solidFill>
                  <a:schemeClr val="accent1"/>
                </a:solidFill>
              </a:defRPr>
            </a:lvl1pPr>
            <a:lvl2pPr indent="-228600" lvl="1" marL="914400" algn="l">
              <a:lnSpc>
                <a:spcPct val="100000"/>
              </a:lnSpc>
              <a:spcBef>
                <a:spcPts val="1000"/>
              </a:spcBef>
              <a:spcAft>
                <a:spcPts val="0"/>
              </a:spcAft>
              <a:buSzPts val="1600"/>
              <a:buFont typeface="Century Gothic"/>
              <a:buNone/>
              <a:defRPr/>
            </a:lvl2pPr>
            <a:lvl3pPr indent="-228600" lvl="2" marL="1371600" algn="l">
              <a:lnSpc>
                <a:spcPct val="100000"/>
              </a:lnSpc>
              <a:spcBef>
                <a:spcPts val="1000"/>
              </a:spcBef>
              <a:spcAft>
                <a:spcPts val="0"/>
              </a:spcAft>
              <a:buSzPts val="1400"/>
              <a:buFont typeface="Century Gothic"/>
              <a:buNone/>
              <a:defRPr/>
            </a:lvl3pPr>
            <a:lvl4pPr indent="-228600" lvl="3" marL="1828800" algn="l">
              <a:lnSpc>
                <a:spcPct val="100000"/>
              </a:lnSpc>
              <a:spcBef>
                <a:spcPts val="1000"/>
              </a:spcBef>
              <a:spcAft>
                <a:spcPts val="0"/>
              </a:spcAft>
              <a:buSzPts val="1200"/>
              <a:buFont typeface="Century Gothic"/>
              <a:buNone/>
              <a:defRPr/>
            </a:lvl4pPr>
            <a:lvl5pPr indent="-228600" lvl="4" marL="2286000" algn="l">
              <a:lnSpc>
                <a:spcPct val="100000"/>
              </a:lnSpc>
              <a:spcBef>
                <a:spcPts val="1000"/>
              </a:spcBef>
              <a:spcAft>
                <a:spcPts val="0"/>
              </a:spcAft>
              <a:buSzPts val="1200"/>
              <a:buFont typeface="Century Gothic"/>
              <a:buNone/>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131" name="Google Shape;131;p23"/>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800"/>
              <a:buNone/>
              <a:defRPr>
                <a:solidFill>
                  <a:srgbClr val="595959"/>
                </a:solidFil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132" name="Google Shape;132;p2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2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23"/>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3"/>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
        <p:nvSpPr>
          <p:cNvPr id="136" name="Google Shape;136;p23"/>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0"/>
              <a:buFont typeface="Arial"/>
              <a:buNone/>
            </a:pPr>
            <a:r>
              <a:rPr b="0" i="0" lang="en-US" sz="8000" u="none" cap="none" strike="noStrike">
                <a:solidFill>
                  <a:schemeClr val="accent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137" name="Google Shape;137;p23"/>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0"/>
              <a:buFont typeface="Arial"/>
              <a:buNone/>
            </a:pPr>
            <a:r>
              <a:rPr b="0" i="0" lang="en-US" sz="8000" u="none" cap="none" strike="noStrike">
                <a:solidFill>
                  <a:schemeClr val="accent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ή False">
  <p:cSld name="True ή False">
    <p:spTree>
      <p:nvGrpSpPr>
        <p:cNvPr id="138" name="Shape 138"/>
        <p:cNvGrpSpPr/>
        <p:nvPr/>
      </p:nvGrpSpPr>
      <p:grpSpPr>
        <a:xfrm>
          <a:off x="0" y="0"/>
          <a:ext cx="0" cy="0"/>
          <a:chOff x="0" y="0"/>
          <a:chExt cx="0" cy="0"/>
        </a:xfrm>
      </p:grpSpPr>
      <p:sp>
        <p:nvSpPr>
          <p:cNvPr id="139" name="Google Shape;139;p24"/>
          <p:cNvSpPr txBox="1"/>
          <p:nvPr>
            <p:ph type="title"/>
          </p:nvPr>
        </p:nvSpPr>
        <p:spPr>
          <a:xfrm>
            <a:off x="2589212" y="627407"/>
            <a:ext cx="8915399" cy="288002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262626"/>
              </a:buClr>
              <a:buSzPts val="4800"/>
              <a:buFont typeface="Century Gothic"/>
              <a:buNone/>
              <a:defRPr b="0"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24"/>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2400"/>
              <a:buFont typeface="Century Gothic"/>
              <a:buNone/>
              <a:defRPr sz="2400">
                <a:solidFill>
                  <a:schemeClr val="accent1"/>
                </a:solidFill>
              </a:defRPr>
            </a:lvl1pPr>
            <a:lvl2pPr indent="-228600" lvl="1" marL="914400" algn="l">
              <a:lnSpc>
                <a:spcPct val="100000"/>
              </a:lnSpc>
              <a:spcBef>
                <a:spcPts val="1000"/>
              </a:spcBef>
              <a:spcAft>
                <a:spcPts val="0"/>
              </a:spcAft>
              <a:buSzPts val="1600"/>
              <a:buFont typeface="Century Gothic"/>
              <a:buNone/>
              <a:defRPr/>
            </a:lvl2pPr>
            <a:lvl3pPr indent="-228600" lvl="2" marL="1371600" algn="l">
              <a:lnSpc>
                <a:spcPct val="100000"/>
              </a:lnSpc>
              <a:spcBef>
                <a:spcPts val="1000"/>
              </a:spcBef>
              <a:spcAft>
                <a:spcPts val="0"/>
              </a:spcAft>
              <a:buSzPts val="1400"/>
              <a:buFont typeface="Century Gothic"/>
              <a:buNone/>
              <a:defRPr/>
            </a:lvl3pPr>
            <a:lvl4pPr indent="-228600" lvl="3" marL="1828800" algn="l">
              <a:lnSpc>
                <a:spcPct val="100000"/>
              </a:lnSpc>
              <a:spcBef>
                <a:spcPts val="1000"/>
              </a:spcBef>
              <a:spcAft>
                <a:spcPts val="0"/>
              </a:spcAft>
              <a:buSzPts val="1200"/>
              <a:buFont typeface="Century Gothic"/>
              <a:buNone/>
              <a:defRPr/>
            </a:lvl4pPr>
            <a:lvl5pPr indent="-228600" lvl="4" marL="2286000" algn="l">
              <a:lnSpc>
                <a:spcPct val="100000"/>
              </a:lnSpc>
              <a:spcBef>
                <a:spcPts val="1000"/>
              </a:spcBef>
              <a:spcAft>
                <a:spcPts val="0"/>
              </a:spcAft>
              <a:buSzPts val="1200"/>
              <a:buFont typeface="Century Gothic"/>
              <a:buNone/>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141" name="Google Shape;141;p24"/>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800"/>
              <a:buNone/>
              <a:defRPr>
                <a:solidFill>
                  <a:srgbClr val="595959"/>
                </a:solidFill>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142" name="Google Shape;142;p2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2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24"/>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24"/>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Τίτλος και Κατακόρυφο κείμενο" type="vertTx">
  <p:cSld name="VERTICAL_TEXT">
    <p:spTree>
      <p:nvGrpSpPr>
        <p:cNvPr id="146" name="Shape 146"/>
        <p:cNvGrpSpPr/>
        <p:nvPr/>
      </p:nvGrpSpPr>
      <p:grpSpPr>
        <a:xfrm>
          <a:off x="0" y="0"/>
          <a:ext cx="0" cy="0"/>
          <a:chOff x="0" y="0"/>
          <a:chExt cx="0" cy="0"/>
        </a:xfrm>
      </p:grpSpPr>
      <p:sp>
        <p:nvSpPr>
          <p:cNvPr id="147" name="Google Shape;147;p25"/>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25"/>
          <p:cNvSpPr txBox="1"/>
          <p:nvPr>
            <p:ph idx="1" type="body"/>
          </p:nvPr>
        </p:nvSpPr>
        <p:spPr>
          <a:xfrm rot="5400000">
            <a:off x="5103812" y="-381000"/>
            <a:ext cx="3886200" cy="89154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149" name="Google Shape;149;p2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0" name="Google Shape;150;p2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25"/>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2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Κατακόρυφος τίτλος και Κείμενο" type="vertTitleAndTx">
  <p:cSld name="VERTICAL_TITLE_AND_VERTICAL_TEXT">
    <p:spTree>
      <p:nvGrpSpPr>
        <p:cNvPr id="153" name="Shape 153"/>
        <p:cNvGrpSpPr/>
        <p:nvPr/>
      </p:nvGrpSpPr>
      <p:grpSpPr>
        <a:xfrm>
          <a:off x="0" y="0"/>
          <a:ext cx="0" cy="0"/>
          <a:chOff x="0" y="0"/>
          <a:chExt cx="0" cy="0"/>
        </a:xfrm>
      </p:grpSpPr>
      <p:sp>
        <p:nvSpPr>
          <p:cNvPr id="154" name="Google Shape;154;p26"/>
          <p:cNvSpPr txBox="1"/>
          <p:nvPr>
            <p:ph type="title"/>
          </p:nvPr>
        </p:nvSpPr>
        <p:spPr>
          <a:xfrm rot="5400000">
            <a:off x="7756704" y="2165513"/>
            <a:ext cx="5283817" cy="2207601"/>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26"/>
          <p:cNvSpPr txBox="1"/>
          <p:nvPr>
            <p:ph idx="1" type="body"/>
          </p:nvPr>
        </p:nvSpPr>
        <p:spPr>
          <a:xfrm rot="5400000">
            <a:off x="3185803" y="30814"/>
            <a:ext cx="5283817" cy="6477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000"/>
              </a:spcBef>
              <a:spcAft>
                <a:spcPts val="0"/>
              </a:spcAft>
              <a:buSzPts val="1800"/>
              <a:buChar char="?"/>
              <a:defRPr/>
            </a:lvl1pPr>
            <a:lvl2pPr indent="-342900" lvl="1" marL="914400" algn="l">
              <a:lnSpc>
                <a:spcPct val="100000"/>
              </a:lnSpc>
              <a:spcBef>
                <a:spcPts val="1000"/>
              </a:spcBef>
              <a:spcAft>
                <a:spcPts val="0"/>
              </a:spcAft>
              <a:buSzPts val="1800"/>
              <a:buChar char="?"/>
              <a:defRPr/>
            </a:lvl2pPr>
            <a:lvl3pPr indent="-342900" lvl="2" marL="1371600" algn="l">
              <a:lnSpc>
                <a:spcPct val="100000"/>
              </a:lnSpc>
              <a:spcBef>
                <a:spcPts val="1000"/>
              </a:spcBef>
              <a:spcAft>
                <a:spcPts val="0"/>
              </a:spcAft>
              <a:buSzPts val="1800"/>
              <a:buChar char="?"/>
              <a:defRPr/>
            </a:lvl3pPr>
            <a:lvl4pPr indent="-342900" lvl="3" marL="1828800" algn="l">
              <a:lnSpc>
                <a:spcPct val="100000"/>
              </a:lnSpc>
              <a:spcBef>
                <a:spcPts val="1000"/>
              </a:spcBef>
              <a:spcAft>
                <a:spcPts val="0"/>
              </a:spcAft>
              <a:buSzPts val="1800"/>
              <a:buChar char="?"/>
              <a:defRPr/>
            </a:lvl4pPr>
            <a:lvl5pPr indent="-342900" lvl="4" marL="2286000" algn="l">
              <a:lnSpc>
                <a:spcPct val="100000"/>
              </a:lnSpc>
              <a:spcBef>
                <a:spcPts val="1000"/>
              </a:spcBef>
              <a:spcAft>
                <a:spcPts val="0"/>
              </a:spcAft>
              <a:buSzPts val="1800"/>
              <a:buChar char="?"/>
              <a:defRPr/>
            </a:lvl5pPr>
            <a:lvl6pPr indent="-342900" lvl="5" marL="2743200" algn="l">
              <a:lnSpc>
                <a:spcPct val="100000"/>
              </a:lnSpc>
              <a:spcBef>
                <a:spcPts val="1000"/>
              </a:spcBef>
              <a:spcAft>
                <a:spcPts val="0"/>
              </a:spcAft>
              <a:buSzPts val="1800"/>
              <a:buChar char="?"/>
              <a:defRPr/>
            </a:lvl6pPr>
            <a:lvl7pPr indent="-342900" lvl="6" marL="3200400" algn="l">
              <a:lnSpc>
                <a:spcPct val="100000"/>
              </a:lnSpc>
              <a:spcBef>
                <a:spcPts val="1000"/>
              </a:spcBef>
              <a:spcAft>
                <a:spcPts val="0"/>
              </a:spcAft>
              <a:buSzPts val="1800"/>
              <a:buChar char="?"/>
              <a:defRPr/>
            </a:lvl7pPr>
            <a:lvl8pPr indent="-342900" lvl="7" marL="3657600" algn="l">
              <a:lnSpc>
                <a:spcPct val="100000"/>
              </a:lnSpc>
              <a:spcBef>
                <a:spcPts val="1000"/>
              </a:spcBef>
              <a:spcAft>
                <a:spcPts val="0"/>
              </a:spcAft>
              <a:buSzPts val="1800"/>
              <a:buChar char="?"/>
              <a:defRPr/>
            </a:lvl8pPr>
            <a:lvl9pPr indent="-342900" lvl="8" marL="4114800" algn="l">
              <a:lnSpc>
                <a:spcPct val="100000"/>
              </a:lnSpc>
              <a:spcBef>
                <a:spcPts val="1000"/>
              </a:spcBef>
              <a:spcAft>
                <a:spcPts val="0"/>
              </a:spcAft>
              <a:buSzPts val="1800"/>
              <a:buChar char="?"/>
              <a:defRPr/>
            </a:lvl9pPr>
          </a:lstStyle>
          <a:p/>
        </p:txBody>
      </p:sp>
      <p:sp>
        <p:nvSpPr>
          <p:cNvPr id="156" name="Google Shape;156;p2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2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26"/>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6"/>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2.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DDE6C3"/>
            </a:gs>
          </a:gsLst>
          <a:path path="circle">
            <a:fillToRect b="100%" l="0%" r="100%" t="0%"/>
          </a:path>
          <a:tileRect b="0%" l="-100%" r="0%" t="-100%"/>
        </a:gradFill>
      </p:bgPr>
    </p:bg>
    <p:spTree>
      <p:nvGrpSpPr>
        <p:cNvPr id="5" name="Shape 5"/>
        <p:cNvGrpSpPr/>
        <p:nvPr/>
      </p:nvGrpSpPr>
      <p:grpSpPr>
        <a:xfrm>
          <a:off x="0" y="0"/>
          <a:ext cx="0" cy="0"/>
          <a:chOff x="0" y="0"/>
          <a:chExt cx="0" cy="0"/>
        </a:xfrm>
      </p:grpSpPr>
      <p:grpSp>
        <p:nvGrpSpPr>
          <p:cNvPr id="6" name="Google Shape;6;p10"/>
          <p:cNvGrpSpPr/>
          <p:nvPr/>
        </p:nvGrpSpPr>
        <p:grpSpPr>
          <a:xfrm>
            <a:off x="1" y="228600"/>
            <a:ext cx="2851516" cy="6638628"/>
            <a:chOff x="2487613" y="285750"/>
            <a:chExt cx="2428875" cy="5654676"/>
          </a:xfrm>
        </p:grpSpPr>
        <p:sp>
          <p:nvSpPr>
            <p:cNvPr id="7" name="Google Shape;7;p10"/>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 name="Google Shape;8;p10"/>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 name="Google Shape;9;p10"/>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 name="Google Shape;10;p10"/>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10"/>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0"/>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10"/>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0"/>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0"/>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0"/>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0"/>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10"/>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 name="Google Shape;19;p10"/>
          <p:cNvGrpSpPr/>
          <p:nvPr/>
        </p:nvGrpSpPr>
        <p:grpSpPr>
          <a:xfrm>
            <a:off x="27221" y="-786"/>
            <a:ext cx="2356674" cy="6854039"/>
            <a:chOff x="6627813" y="194833"/>
            <a:chExt cx="1952625" cy="5678918"/>
          </a:xfrm>
        </p:grpSpPr>
        <p:sp>
          <p:nvSpPr>
            <p:cNvPr id="20" name="Google Shape;20;p10"/>
            <p:cNvSpPr/>
            <p:nvPr/>
          </p:nvSpPr>
          <p:spPr>
            <a:xfrm>
              <a:off x="6627813" y="194833"/>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10"/>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10"/>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10"/>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10"/>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10"/>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10"/>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10"/>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10"/>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10"/>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10"/>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10"/>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 name="Google Shape;32;p10"/>
          <p:cNvSpPr/>
          <p:nvPr/>
        </p:nvSpPr>
        <p:spPr>
          <a:xfrm>
            <a:off x="0" y="0"/>
            <a:ext cx="182880" cy="68580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10"/>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Clr>
                <a:srgbClr val="262626"/>
              </a:buClr>
              <a:buSzPts val="3600"/>
              <a:buFont typeface="Century Gothic"/>
              <a:buNone/>
              <a:defRPr b="0" i="0" sz="3600" u="none" cap="none" strike="noStrike">
                <a:solidFill>
                  <a:srgbClr val="262626"/>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34" name="Google Shape;34;p10"/>
          <p:cNvSpPr txBox="1"/>
          <p:nvPr>
            <p:ph idx="1" type="body"/>
          </p:nvPr>
        </p:nvSpPr>
        <p:spPr>
          <a:xfrm>
            <a:off x="2589212" y="2133600"/>
            <a:ext cx="8915400" cy="3886200"/>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1000"/>
              </a:spcBef>
              <a:spcAft>
                <a:spcPts val="0"/>
              </a:spcAft>
              <a:buClr>
                <a:schemeClr val="accent1"/>
              </a:buClr>
              <a:buSzPts val="180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30200" lvl="1" marL="914400" marR="0" rtl="0" algn="l">
              <a:lnSpc>
                <a:spcPct val="100000"/>
              </a:lnSpc>
              <a:spcBef>
                <a:spcPts val="1000"/>
              </a:spcBef>
              <a:spcAft>
                <a:spcPts val="0"/>
              </a:spcAft>
              <a:buClr>
                <a:schemeClr val="accent1"/>
              </a:buClr>
              <a:buSzPts val="160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317500" lvl="2" marL="1371600" marR="0" rtl="0" algn="l">
              <a:lnSpc>
                <a:spcPct val="100000"/>
              </a:lnSpc>
              <a:spcBef>
                <a:spcPts val="1000"/>
              </a:spcBef>
              <a:spcAft>
                <a:spcPts val="0"/>
              </a:spcAft>
              <a:buClr>
                <a:schemeClr val="accent1"/>
              </a:buClr>
              <a:buSzPts val="140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304800" lvl="3" marL="1828800" marR="0" rtl="0" algn="l">
              <a:lnSpc>
                <a:spcPct val="100000"/>
              </a:lnSpc>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304800" lvl="4" marL="2286000" marR="0" rtl="0" algn="l">
              <a:lnSpc>
                <a:spcPct val="100000"/>
              </a:lnSpc>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304800" lvl="5" marL="2743200" marR="0" rtl="0" algn="l">
              <a:lnSpc>
                <a:spcPct val="100000"/>
              </a:lnSpc>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304800" lvl="6" marL="3200400" marR="0" rtl="0" algn="l">
              <a:lnSpc>
                <a:spcPct val="100000"/>
              </a:lnSpc>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304800" lvl="7" marL="3657600" marR="0" rtl="0" algn="l">
              <a:lnSpc>
                <a:spcPct val="100000"/>
              </a:lnSpc>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304800" lvl="8" marL="4114800" marR="0" rtl="0" algn="l">
              <a:lnSpc>
                <a:spcPct val="100000"/>
              </a:lnSpc>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35" name="Google Shape;35;p1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900" u="none" cap="none" strike="noStrike">
                <a:solidFill>
                  <a:srgbClr val="888888"/>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36" name="Google Shape;36;p1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88888"/>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entury Gothic"/>
                <a:ea typeface="Century Gothic"/>
                <a:cs typeface="Century Gothic"/>
                <a:sym typeface="Century Gothic"/>
              </a:defRPr>
            </a:lvl9pPr>
          </a:lstStyle>
          <a:p/>
        </p:txBody>
      </p:sp>
      <p:sp>
        <p:nvSpPr>
          <p:cNvPr id="37" name="Google Shape;37;p10"/>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2000"/>
              <a:buFont typeface="Arial"/>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insideairbnb.com/get-the-data/"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262626"/>
              </a:buClr>
              <a:buSzPts val="5400"/>
              <a:buFont typeface="Century Gothic"/>
              <a:buNone/>
            </a:pPr>
            <a:r>
              <a:rPr lang="en-US"/>
              <a:t>Power BI: Guide for Data Visualization &amp; DAX</a:t>
            </a:r>
            <a:endParaRPr/>
          </a:p>
        </p:txBody>
      </p:sp>
      <p:sp>
        <p:nvSpPr>
          <p:cNvPr id="165" name="Google Shape;165;p1"/>
          <p:cNvSpPr txBox="1"/>
          <p:nvPr>
            <p:ph idx="1" type="subTitle"/>
          </p:nvPr>
        </p:nvSpPr>
        <p:spPr>
          <a:xfrm>
            <a:off x="2545977" y="4733365"/>
            <a:ext cx="8973670" cy="43927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800"/>
              <a:buNone/>
            </a:pPr>
            <a:r>
              <a:rPr lang="en-US"/>
              <a:t>23/04/2026</a:t>
            </a:r>
            <a:endParaRPr/>
          </a:p>
        </p:txBody>
      </p:sp>
      <p:sp>
        <p:nvSpPr>
          <p:cNvPr id="166" name="Google Shape;166;p1"/>
          <p:cNvSpPr txBox="1"/>
          <p:nvPr/>
        </p:nvSpPr>
        <p:spPr>
          <a:xfrm>
            <a:off x="2567594" y="5809129"/>
            <a:ext cx="8958636" cy="493465"/>
          </a:xfrm>
          <a:prstGeom prst="rect">
            <a:avLst/>
          </a:prstGeom>
          <a:noFill/>
          <a:ln>
            <a:noFill/>
          </a:ln>
        </p:spPr>
        <p:txBody>
          <a:bodyPr anchorCtr="0" anchor="t" bIns="45700" lIns="91425" spcFirstLastPara="1" rIns="91425" wrap="square" tIns="45700">
            <a:normAutofit/>
          </a:bodyPr>
          <a:lstStyle/>
          <a:p>
            <a:pPr indent="0" lvl="0" marL="0" marR="0" rtl="0" algn="r">
              <a:lnSpc>
                <a:spcPct val="100000"/>
              </a:lnSpc>
              <a:spcBef>
                <a:spcPts val="0"/>
              </a:spcBef>
              <a:spcAft>
                <a:spcPts val="0"/>
              </a:spcAft>
              <a:buClr>
                <a:schemeClr val="accent1"/>
              </a:buClr>
              <a:buSzPts val="1800"/>
              <a:buFont typeface="Noto Sans Symbols"/>
              <a:buNone/>
            </a:pPr>
            <a:r>
              <a:rPr b="0" i="0" lang="en-US" sz="1800" u="none" cap="none" strike="noStrike">
                <a:solidFill>
                  <a:srgbClr val="595959"/>
                </a:solidFill>
                <a:latin typeface="Century Gothic"/>
                <a:ea typeface="Century Gothic"/>
                <a:cs typeface="Century Gothic"/>
                <a:sym typeface="Century Gothic"/>
              </a:rPr>
              <a:t>Vagia Xevgeni</a:t>
            </a:r>
            <a:endParaRPr b="0" i="0" sz="1800" u="none" cap="none" strike="noStrike">
              <a:solidFill>
                <a:srgbClr val="595959"/>
              </a:solidFill>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62626"/>
              </a:buClr>
              <a:buSzPts val="3600"/>
              <a:buFont typeface="Century Gothic"/>
              <a:buNone/>
            </a:pPr>
            <a:r>
              <a:rPr b="1" lang="en-US"/>
              <a:t>Agenda</a:t>
            </a:r>
            <a:endParaRPr b="1"/>
          </a:p>
        </p:txBody>
      </p:sp>
      <p:sp>
        <p:nvSpPr>
          <p:cNvPr id="172" name="Google Shape;172;p2"/>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Char char="-"/>
            </a:pPr>
            <a:r>
              <a:rPr lang="en-US"/>
              <a:t>Project Overview</a:t>
            </a:r>
            <a:endParaRPr/>
          </a:p>
          <a:p>
            <a:pPr indent="-342900" lvl="0" marL="457200" rtl="0" algn="l">
              <a:lnSpc>
                <a:spcPct val="100000"/>
              </a:lnSpc>
              <a:spcBef>
                <a:spcPts val="0"/>
              </a:spcBef>
              <a:spcAft>
                <a:spcPts val="0"/>
              </a:spcAft>
              <a:buSzPts val="1800"/>
              <a:buChar char="-"/>
            </a:pPr>
            <a:r>
              <a:rPr lang="en-US"/>
              <a:t>Datasets Overview</a:t>
            </a:r>
            <a:endParaRPr/>
          </a:p>
          <a:p>
            <a:pPr indent="-342900" lvl="0" marL="457200" rtl="0" algn="l">
              <a:lnSpc>
                <a:spcPct val="100000"/>
              </a:lnSpc>
              <a:spcBef>
                <a:spcPts val="0"/>
              </a:spcBef>
              <a:spcAft>
                <a:spcPts val="0"/>
              </a:spcAft>
              <a:buSzPts val="1800"/>
              <a:buChar char="-"/>
            </a:pPr>
            <a:r>
              <a:rPr lang="en-US"/>
              <a:t>Business Insights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62626"/>
              </a:buClr>
              <a:buSzPts val="3600"/>
              <a:buFont typeface="Century Gothic"/>
              <a:buNone/>
            </a:pPr>
            <a:r>
              <a:rPr b="1" lang="en-US"/>
              <a:t>Project Overview</a:t>
            </a:r>
            <a:endParaRPr b="1"/>
          </a:p>
        </p:txBody>
      </p:sp>
      <p:sp>
        <p:nvSpPr>
          <p:cNvPr id="178" name="Google Shape;178;p3"/>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Char char="-"/>
            </a:pPr>
            <a:r>
              <a:rPr b="1" lang="en-US"/>
              <a:t>Project Name: </a:t>
            </a:r>
            <a:r>
              <a:rPr lang="en-US"/>
              <a:t>Final Project in the course: Power BI: Guide for Data Visualization &amp; DAX </a:t>
            </a:r>
            <a:endParaRPr/>
          </a:p>
          <a:p>
            <a:pPr indent="-342900" lvl="0" marL="457200" rtl="0" algn="l">
              <a:lnSpc>
                <a:spcPct val="100000"/>
              </a:lnSpc>
              <a:spcBef>
                <a:spcPts val="0"/>
              </a:spcBef>
              <a:spcAft>
                <a:spcPts val="0"/>
              </a:spcAft>
              <a:buSzPts val="1800"/>
              <a:buChar char="-"/>
            </a:pPr>
            <a:r>
              <a:rPr b="1" lang="en-US"/>
              <a:t>Objective: </a:t>
            </a:r>
            <a:r>
              <a:rPr lang="en-US"/>
              <a:t>prepare a report for for Airbnb</a:t>
            </a:r>
            <a:endParaRPr/>
          </a:p>
          <a:p>
            <a:pPr indent="-342900" lvl="0" marL="457200" rtl="0" algn="l">
              <a:lnSpc>
                <a:spcPct val="100000"/>
              </a:lnSpc>
              <a:spcBef>
                <a:spcPts val="0"/>
              </a:spcBef>
              <a:spcAft>
                <a:spcPts val="0"/>
              </a:spcAft>
              <a:buSzPts val="1800"/>
              <a:buChar char="-"/>
            </a:pPr>
            <a:r>
              <a:rPr b="1" lang="en-US"/>
              <a:t>Focus:</a:t>
            </a:r>
            <a:r>
              <a:rPr lang="en-US"/>
              <a:t> create 4 pages related to Overview, Host, Property and Booking analysis on Power BI</a:t>
            </a:r>
            <a:endParaRPr/>
          </a:p>
          <a:p>
            <a:pPr indent="-342900" lvl="0" marL="457200" rtl="0" algn="l">
              <a:lnSpc>
                <a:spcPct val="100000"/>
              </a:lnSpc>
              <a:spcBef>
                <a:spcPts val="0"/>
              </a:spcBef>
              <a:spcAft>
                <a:spcPts val="0"/>
              </a:spcAft>
              <a:buSzPts val="1800"/>
              <a:buChar char="-"/>
            </a:pPr>
            <a:r>
              <a:rPr b="1" lang="en-US"/>
              <a:t>Tools and Technologies</a:t>
            </a:r>
            <a:r>
              <a:rPr lang="en-US"/>
              <a:t>: Microsoft Power BI Desktop</a:t>
            </a:r>
            <a:endParaRPr/>
          </a:p>
          <a:p>
            <a:pPr indent="-342900" lvl="0" marL="457200" rtl="0" algn="l">
              <a:lnSpc>
                <a:spcPct val="100000"/>
              </a:lnSpc>
              <a:spcBef>
                <a:spcPts val="0"/>
              </a:spcBef>
              <a:spcAft>
                <a:spcPts val="0"/>
              </a:spcAft>
              <a:buSzPts val="1800"/>
              <a:buChar char="-"/>
            </a:pPr>
            <a:r>
              <a:rPr b="1" lang="en-US"/>
              <a:t>Data Source:</a:t>
            </a:r>
            <a:r>
              <a:rPr lang="en-US"/>
              <a:t> Airbnb public data </a:t>
            </a:r>
            <a:endParaRPr/>
          </a:p>
          <a:p>
            <a:pPr indent="0" lvl="0" marL="0" rtl="0" algn="l">
              <a:lnSpc>
                <a:spcPct val="100000"/>
              </a:lnSpc>
              <a:spcBef>
                <a:spcPts val="1000"/>
              </a:spcBef>
              <a:spcAft>
                <a:spcPts val="0"/>
              </a:spcAft>
              <a:buSzPts val="1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4"/>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62626"/>
              </a:buClr>
              <a:buSzPts val="3600"/>
              <a:buFont typeface="Century Gothic"/>
              <a:buNone/>
            </a:pPr>
            <a:r>
              <a:rPr b="1" lang="en-US"/>
              <a:t>Datasets Overview</a:t>
            </a:r>
            <a:endParaRPr b="1"/>
          </a:p>
        </p:txBody>
      </p:sp>
      <p:sp>
        <p:nvSpPr>
          <p:cNvPr id="184" name="Google Shape;184;p4"/>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fontScale="92500" lnSpcReduction="20000"/>
          </a:bodyPr>
          <a:lstStyle/>
          <a:p>
            <a:pPr indent="-334328" lvl="0" marL="457200" rtl="0" algn="l">
              <a:lnSpc>
                <a:spcPct val="100000"/>
              </a:lnSpc>
              <a:spcBef>
                <a:spcPts val="0"/>
              </a:spcBef>
              <a:spcAft>
                <a:spcPts val="0"/>
              </a:spcAft>
              <a:buSzPct val="100000"/>
              <a:buChar char="-"/>
            </a:pPr>
            <a:r>
              <a:rPr b="1" lang="en-US"/>
              <a:t>Source: </a:t>
            </a:r>
            <a:r>
              <a:rPr lang="en-US" u="sng">
                <a:solidFill>
                  <a:schemeClr val="hlink"/>
                </a:solidFill>
                <a:hlinkClick r:id="rId3"/>
              </a:rPr>
              <a:t>https://insideairbnb.com/get-the-data/</a:t>
            </a:r>
            <a:endParaRPr b="1"/>
          </a:p>
          <a:p>
            <a:pPr indent="-334328" lvl="0" marL="457200" rtl="0" algn="l">
              <a:lnSpc>
                <a:spcPct val="100000"/>
              </a:lnSpc>
              <a:spcBef>
                <a:spcPts val="0"/>
              </a:spcBef>
              <a:spcAft>
                <a:spcPts val="0"/>
              </a:spcAft>
              <a:buSzPct val="100000"/>
              <a:buChar char="-"/>
            </a:pPr>
            <a:r>
              <a:rPr b="1" lang="en-US"/>
              <a:t>Main tables used</a:t>
            </a:r>
            <a:endParaRPr/>
          </a:p>
          <a:p>
            <a:pPr indent="-334328" lvl="1" marL="914400" rtl="0" algn="l">
              <a:lnSpc>
                <a:spcPct val="100000"/>
              </a:lnSpc>
              <a:spcBef>
                <a:spcPts val="0"/>
              </a:spcBef>
              <a:spcAft>
                <a:spcPts val="0"/>
              </a:spcAft>
              <a:buSzPct val="112500"/>
              <a:buChar char="-"/>
            </a:pPr>
            <a:r>
              <a:rPr b="1" lang="en-US"/>
              <a:t>Reviews</a:t>
            </a:r>
            <a:endParaRPr/>
          </a:p>
          <a:p>
            <a:pPr indent="-334327" lvl="2" marL="1371600" rtl="0" algn="l">
              <a:lnSpc>
                <a:spcPct val="100000"/>
              </a:lnSpc>
              <a:spcBef>
                <a:spcPts val="0"/>
              </a:spcBef>
              <a:spcAft>
                <a:spcPts val="0"/>
              </a:spcAft>
              <a:buSzPct val="128571"/>
              <a:buChar char="-"/>
            </a:pPr>
            <a:r>
              <a:rPr lang="en-US" u="sng"/>
              <a:t>listing_id</a:t>
            </a:r>
            <a:r>
              <a:rPr lang="en-US"/>
              <a:t> (FK to listings), </a:t>
            </a:r>
            <a:r>
              <a:rPr lang="en-US" u="sng"/>
              <a:t>id</a:t>
            </a:r>
            <a:r>
              <a:rPr lang="en-US"/>
              <a:t> (PK), date, reviewer_id, reviewer_name, comments</a:t>
            </a:r>
            <a:endParaRPr/>
          </a:p>
          <a:p>
            <a:pPr indent="-334328" lvl="1" marL="914400" rtl="0" algn="l">
              <a:lnSpc>
                <a:spcPct val="100000"/>
              </a:lnSpc>
              <a:spcBef>
                <a:spcPts val="0"/>
              </a:spcBef>
              <a:spcAft>
                <a:spcPts val="0"/>
              </a:spcAft>
              <a:buSzPct val="112500"/>
              <a:buChar char="-"/>
            </a:pPr>
            <a:r>
              <a:rPr b="1" lang="en-US" sz="1600"/>
              <a:t>Listings</a:t>
            </a:r>
            <a:endParaRPr sz="1600"/>
          </a:p>
          <a:p>
            <a:pPr indent="-334327" lvl="2" marL="1371600" rtl="0" algn="l">
              <a:lnSpc>
                <a:spcPct val="100000"/>
              </a:lnSpc>
              <a:spcBef>
                <a:spcPts val="0"/>
              </a:spcBef>
              <a:spcAft>
                <a:spcPts val="0"/>
              </a:spcAft>
              <a:buSzPct val="128571"/>
              <a:buChar char="-"/>
            </a:pPr>
            <a:r>
              <a:rPr lang="en-US" sz="1400" u="sng"/>
              <a:t>l</a:t>
            </a:r>
            <a:r>
              <a:rPr lang="en-US" u="sng"/>
              <a:t>listing_id </a:t>
            </a:r>
            <a:r>
              <a:rPr lang="en-US"/>
              <a:t>(PK), listing_url, name, description, picture_url, host_id, host_url, host_name, host_since, host_location, host_about, host_response_time, host_response_rate, host_acceptance_rate, host_is_superhost, host_thumbnail_url, host_picture_url, host_verifications, host_has_profile_pic, host_identity_verified, neighbourhood_cleansed, latitude, longitude, property_type, room_type, accommodates, bathrooms, bathrooms_text, bedrooms, beds, amenities, price, minimum_nights, maximum_nights, has_availability, review_scores_rating, review_scores_accuracy, review_scores_cleanliness, review_scores_checkin, review_scores_communication, review_scores_location, review_scores_value, instant_bookable</a:t>
            </a:r>
            <a:endParaRPr/>
          </a:p>
          <a:p>
            <a:pPr indent="-334328" lvl="1" marL="914400" rtl="0" algn="l">
              <a:lnSpc>
                <a:spcPct val="100000"/>
              </a:lnSpc>
              <a:spcBef>
                <a:spcPts val="0"/>
              </a:spcBef>
              <a:spcAft>
                <a:spcPts val="0"/>
              </a:spcAft>
              <a:buSzPct val="112500"/>
              <a:buChar char="-"/>
            </a:pPr>
            <a:r>
              <a:rPr b="1" lang="en-US"/>
              <a:t>Calendar/Bookings</a:t>
            </a:r>
            <a:endParaRPr/>
          </a:p>
          <a:p>
            <a:pPr indent="-334327" lvl="2" marL="1371600" rtl="0" algn="l">
              <a:lnSpc>
                <a:spcPct val="100000"/>
              </a:lnSpc>
              <a:spcBef>
                <a:spcPts val="0"/>
              </a:spcBef>
              <a:spcAft>
                <a:spcPts val="0"/>
              </a:spcAft>
              <a:buSzPct val="128571"/>
              <a:buChar char="-"/>
            </a:pPr>
            <a:r>
              <a:rPr lang="en-US" u="sng"/>
              <a:t>listing_id</a:t>
            </a:r>
            <a:r>
              <a:rPr lang="en-US"/>
              <a:t> (FK to listings), date, available, price, adjusted_price, minimum_nights, maximum_nights</a:t>
            </a:r>
            <a:endParaRPr b="1"/>
          </a:p>
          <a:p>
            <a:pPr indent="-199390" lvl="1" marL="742950" rtl="0" algn="l">
              <a:lnSpc>
                <a:spcPct val="100000"/>
              </a:lnSpc>
              <a:spcBef>
                <a:spcPts val="1000"/>
              </a:spcBef>
              <a:spcAft>
                <a:spcPts val="0"/>
              </a:spcAft>
              <a:buSzPct val="100000"/>
              <a:buNone/>
            </a:pPr>
            <a:r>
              <a:t/>
            </a:r>
            <a:endParaRPr b="1"/>
          </a:p>
        </p:txBody>
      </p:sp>
      <p:sp>
        <p:nvSpPr>
          <p:cNvPr id="185" name="Google Shape;185;p4"/>
          <p:cNvSpPr/>
          <p:nvPr/>
        </p:nvSpPr>
        <p:spPr>
          <a:xfrm>
            <a:off x="0" y="0"/>
            <a:ext cx="12192000" cy="0"/>
          </a:xfrm>
          <a:prstGeom prst="rect">
            <a:avLst/>
          </a:prstGeom>
          <a:solidFill>
            <a:srgbClr val="FFFFFF"/>
          </a:solidFill>
          <a:ln>
            <a:noFill/>
          </a:ln>
        </p:spPr>
        <p:txBody>
          <a:bodyPr anchorCtr="0" anchor="ctr" bIns="238050" lIns="476100" spcFirstLastPara="1" rIns="0" wrap="square" tIns="0">
            <a:sp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41454F"/>
              </a:buClr>
              <a:buSzPts val="1000"/>
              <a:buFont typeface="Arial"/>
              <a:buAutoNum type="arabicPeriod"/>
            </a:pPr>
            <a:r>
              <a:rPr b="0" i="0" lang="en-US" sz="1000" u="none" cap="none" strike="noStrike">
                <a:solidFill>
                  <a:srgbClr val="41454F"/>
                </a:solidFill>
                <a:latin typeface="Arial"/>
                <a:ea typeface="Arial"/>
                <a:cs typeface="Arial"/>
                <a:sym typeface="Arial"/>
              </a:rPr>
              <a:t>listings.csv</a:t>
            </a:r>
            <a:endParaRPr b="0" i="0" sz="1200" u="none" cap="none" strike="noStrike">
              <a:solidFill>
                <a:srgbClr val="41454F"/>
              </a:solidFill>
              <a:latin typeface="Arial"/>
              <a:ea typeface="Arial"/>
              <a:cs typeface="Arial"/>
              <a:sym typeface="Arial"/>
            </a:endParaRPr>
          </a:p>
          <a:p>
            <a:pPr indent="0" lvl="0" marL="0" marR="0" rtl="0" algn="l">
              <a:lnSpc>
                <a:spcPct val="100000"/>
              </a:lnSpc>
              <a:spcBef>
                <a:spcPts val="0"/>
              </a:spcBef>
              <a:spcAft>
                <a:spcPts val="0"/>
              </a:spcAft>
              <a:buClr>
                <a:srgbClr val="41454F"/>
              </a:buClr>
              <a:buSzPts val="1000"/>
              <a:buFont typeface="Arial"/>
              <a:buAutoNum type="arabicPeriod"/>
            </a:pPr>
            <a:r>
              <a:rPr b="0" i="0" lang="en-US" sz="1000" u="none" cap="none" strike="noStrike">
                <a:solidFill>
                  <a:srgbClr val="41454F"/>
                </a:solidFill>
                <a:latin typeface="Arial"/>
                <a:ea typeface="Arial"/>
                <a:cs typeface="Arial"/>
                <a:sym typeface="Arial"/>
              </a:rPr>
              <a:t>calendar.csv</a:t>
            </a:r>
            <a:endParaRPr b="0" i="0" sz="1200" u="none" cap="none" strike="noStrike">
              <a:solidFill>
                <a:srgbClr val="41454F"/>
              </a:solidFill>
              <a:latin typeface="Arial"/>
              <a:ea typeface="Arial"/>
              <a:cs typeface="Arial"/>
              <a:sym typeface="Arial"/>
            </a:endParaRPr>
          </a:p>
          <a:p>
            <a:pPr indent="0" lvl="0" marL="0" marR="0" rtl="0" algn="l">
              <a:lnSpc>
                <a:spcPct val="100000"/>
              </a:lnSpc>
              <a:spcBef>
                <a:spcPts val="0"/>
              </a:spcBef>
              <a:spcAft>
                <a:spcPts val="0"/>
              </a:spcAft>
              <a:buClr>
                <a:srgbClr val="41454F"/>
              </a:buClr>
              <a:buSzPts val="1000"/>
              <a:buFont typeface="Arial"/>
              <a:buAutoNum type="arabicPeriod"/>
            </a:pPr>
            <a:r>
              <a:rPr b="0" i="0" lang="en-US" sz="1000" u="none" cap="none" strike="noStrike">
                <a:solidFill>
                  <a:srgbClr val="41454F"/>
                </a:solidFill>
                <a:latin typeface="Arial"/>
                <a:ea typeface="Arial"/>
                <a:cs typeface="Arial"/>
                <a:sym typeface="Arial"/>
              </a:rPr>
              <a:t>reviews.csv</a:t>
            </a:r>
            <a:endParaRPr b="0" i="0" sz="1200" u="none" cap="none" strike="noStrike">
              <a:solidFill>
                <a:srgbClr val="41454F"/>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d819531499_0_1"/>
          <p:cNvSpPr txBox="1"/>
          <p:nvPr>
            <p:ph type="title"/>
          </p:nvPr>
        </p:nvSpPr>
        <p:spPr>
          <a:xfrm>
            <a:off x="2485348" y="579286"/>
            <a:ext cx="8911800" cy="837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62626"/>
              </a:buClr>
              <a:buSzPts val="3600"/>
              <a:buFont typeface="Century Gothic"/>
              <a:buNone/>
            </a:pPr>
            <a:r>
              <a:rPr b="1" lang="en-US"/>
              <a:t>Business Insights</a:t>
            </a:r>
            <a:endParaRPr b="1"/>
          </a:p>
        </p:txBody>
      </p:sp>
      <p:sp>
        <p:nvSpPr>
          <p:cNvPr id="191" name="Google Shape;191;g3d819531499_0_1"/>
          <p:cNvSpPr txBox="1"/>
          <p:nvPr>
            <p:ph idx="1" type="body"/>
          </p:nvPr>
        </p:nvSpPr>
        <p:spPr>
          <a:xfrm>
            <a:off x="2553353" y="1416423"/>
            <a:ext cx="8915400" cy="52713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Char char="-"/>
            </a:pPr>
            <a:r>
              <a:rPr b="1" lang="en-US"/>
              <a:t>Is there seasonality on the Bookings ?</a:t>
            </a:r>
            <a:endParaRPr/>
          </a:p>
          <a:p>
            <a:pPr indent="-330200" lvl="1" marL="914400" rtl="0" algn="l">
              <a:lnSpc>
                <a:spcPct val="100000"/>
              </a:lnSpc>
              <a:spcBef>
                <a:spcPts val="0"/>
              </a:spcBef>
              <a:spcAft>
                <a:spcPts val="0"/>
              </a:spcAft>
              <a:buSzPts val="1600"/>
              <a:buChar char="-"/>
            </a:pPr>
            <a:r>
              <a:rPr lang="en-US"/>
              <a:t>Yes, is seems that the interest is rising from March and while we expect the peak on Summer season months (June, July, August), September and October shows us when to go for vacations or when to… avoid going! </a:t>
            </a:r>
            <a:endParaRPr/>
          </a:p>
          <a:p>
            <a:pPr indent="-330200" lvl="0" marL="457200" rtl="0" algn="l">
              <a:lnSpc>
                <a:spcPct val="100000"/>
              </a:lnSpc>
              <a:spcBef>
                <a:spcPts val="0"/>
              </a:spcBef>
              <a:spcAft>
                <a:spcPts val="0"/>
              </a:spcAft>
              <a:buSzPts val="1600"/>
              <a:buChar char="-"/>
            </a:pPr>
            <a:r>
              <a:rPr b="1" lang="en-US" sz="1600"/>
              <a:t>Recommendation: </a:t>
            </a:r>
            <a:r>
              <a:rPr lang="en-US" sz="1600"/>
              <a:t>Launch campaigns 60-90 days before the peak season to lock in revenue early with discounted advance rates.</a:t>
            </a:r>
            <a:r>
              <a:rPr lang="en-US" sz="1600"/>
              <a:t> </a:t>
            </a:r>
            <a:endParaRPr sz="1600"/>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800"/>
              <a:buNone/>
            </a:pPr>
            <a:r>
              <a:t/>
            </a:r>
            <a:endParaRPr/>
          </a:p>
          <a:p>
            <a:pPr indent="0" lvl="1" marL="0" rtl="0" algn="l">
              <a:lnSpc>
                <a:spcPct val="100000"/>
              </a:lnSpc>
              <a:spcBef>
                <a:spcPts val="1000"/>
              </a:spcBef>
              <a:spcAft>
                <a:spcPts val="0"/>
              </a:spcAft>
              <a:buSzPts val="1600"/>
              <a:buNone/>
            </a:pPr>
            <a:r>
              <a:t/>
            </a:r>
            <a:endParaRPr/>
          </a:p>
          <a:p>
            <a:pPr indent="-271463" lvl="0" marL="342900" rtl="0" algn="l">
              <a:lnSpc>
                <a:spcPct val="100000"/>
              </a:lnSpc>
              <a:spcBef>
                <a:spcPts val="1000"/>
              </a:spcBef>
              <a:spcAft>
                <a:spcPts val="0"/>
              </a:spcAft>
              <a:buSzPts val="1800"/>
              <a:buNone/>
            </a:pPr>
            <a:r>
              <a:t/>
            </a:r>
            <a:endParaRPr/>
          </a:p>
        </p:txBody>
      </p:sp>
      <p:pic>
        <p:nvPicPr>
          <p:cNvPr id="192" name="Google Shape;192;g3d819531499_0_1"/>
          <p:cNvPicPr preferRelativeResize="0"/>
          <p:nvPr/>
        </p:nvPicPr>
        <p:blipFill rotWithShape="1">
          <a:blip r:embed="rId3">
            <a:alphaModFix/>
          </a:blip>
          <a:srcRect b="5021" l="2095" r="0" t="4186"/>
          <a:stretch/>
        </p:blipFill>
        <p:spPr>
          <a:xfrm>
            <a:off x="3984325" y="3156850"/>
            <a:ext cx="6043024" cy="2931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7"/>
          <p:cNvSpPr txBox="1"/>
          <p:nvPr>
            <p:ph type="title"/>
          </p:nvPr>
        </p:nvSpPr>
        <p:spPr>
          <a:xfrm>
            <a:off x="2485348" y="579286"/>
            <a:ext cx="8911687" cy="837138"/>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62626"/>
              </a:buClr>
              <a:buSzPts val="3600"/>
              <a:buFont typeface="Century Gothic"/>
              <a:buNone/>
            </a:pPr>
            <a:r>
              <a:rPr b="1" lang="en-US"/>
              <a:t>Business Insights</a:t>
            </a:r>
            <a:endParaRPr b="1"/>
          </a:p>
        </p:txBody>
      </p:sp>
      <p:sp>
        <p:nvSpPr>
          <p:cNvPr id="198" name="Google Shape;198;p7"/>
          <p:cNvSpPr txBox="1"/>
          <p:nvPr>
            <p:ph idx="1" type="body"/>
          </p:nvPr>
        </p:nvSpPr>
        <p:spPr>
          <a:xfrm>
            <a:off x="2553353" y="1416423"/>
            <a:ext cx="8915400" cy="5271247"/>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Char char="-"/>
            </a:pPr>
            <a:r>
              <a:rPr b="1" lang="en-US"/>
              <a:t>Where are most Greek hosts/</a:t>
            </a:r>
            <a:r>
              <a:rPr b="1" lang="en-US"/>
              <a:t>hostesses</a:t>
            </a:r>
            <a:r>
              <a:rPr b="1" lang="en-US"/>
              <a:t> located ?</a:t>
            </a:r>
            <a:endParaRPr/>
          </a:p>
          <a:p>
            <a:pPr indent="-342900" lvl="1" marL="914400" rtl="0" algn="l">
              <a:lnSpc>
                <a:spcPct val="100000"/>
              </a:lnSpc>
              <a:spcBef>
                <a:spcPts val="0"/>
              </a:spcBef>
              <a:spcAft>
                <a:spcPts val="0"/>
              </a:spcAft>
              <a:buSzPts val="1800"/>
              <a:buChar char="-"/>
            </a:pPr>
            <a:r>
              <a:rPr lang="en-US"/>
              <a:t>As expected, the main country of residence of Greek host/hostess is Greece. The rest, are mainly located in Europe. </a:t>
            </a:r>
            <a:endParaRPr/>
          </a:p>
          <a:p>
            <a:pPr indent="-330200" lvl="0" marL="457200" rtl="0" algn="l">
              <a:lnSpc>
                <a:spcPct val="100000"/>
              </a:lnSpc>
              <a:spcBef>
                <a:spcPts val="0"/>
              </a:spcBef>
              <a:spcAft>
                <a:spcPts val="0"/>
              </a:spcAft>
              <a:buSzPts val="1600"/>
              <a:buChar char="-"/>
            </a:pPr>
            <a:r>
              <a:rPr b="1" lang="en-US" sz="1600"/>
              <a:t>Recommendation: </a:t>
            </a:r>
            <a:r>
              <a:rPr lang="en-US" sz="1600"/>
              <a:t>Select one “low-density” region from your map (e.g. North America) for a pilot marketing campaign to see if the platform’s specific value proposition resonates outside of Europe. </a:t>
            </a:r>
            <a:endParaRPr sz="1600"/>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800"/>
              <a:buNone/>
            </a:pPr>
            <a:r>
              <a:t/>
            </a:r>
            <a:endParaRPr/>
          </a:p>
          <a:p>
            <a:pPr indent="0" lvl="1" marL="0" rtl="0" algn="l">
              <a:lnSpc>
                <a:spcPct val="100000"/>
              </a:lnSpc>
              <a:spcBef>
                <a:spcPts val="1000"/>
              </a:spcBef>
              <a:spcAft>
                <a:spcPts val="0"/>
              </a:spcAft>
              <a:buSzPts val="1600"/>
              <a:buNone/>
            </a:pPr>
            <a:r>
              <a:t/>
            </a:r>
            <a:endParaRPr/>
          </a:p>
          <a:p>
            <a:pPr indent="-271462" lvl="0" marL="342900" rtl="0" algn="l">
              <a:lnSpc>
                <a:spcPct val="100000"/>
              </a:lnSpc>
              <a:spcBef>
                <a:spcPts val="1000"/>
              </a:spcBef>
              <a:spcAft>
                <a:spcPts val="0"/>
              </a:spcAft>
              <a:buSzPts val="1800"/>
              <a:buNone/>
            </a:pPr>
            <a:r>
              <a:t/>
            </a:r>
            <a:endParaRPr/>
          </a:p>
        </p:txBody>
      </p:sp>
      <p:pic>
        <p:nvPicPr>
          <p:cNvPr id="199" name="Google Shape;199;p7"/>
          <p:cNvPicPr preferRelativeResize="0"/>
          <p:nvPr/>
        </p:nvPicPr>
        <p:blipFill rotWithShape="1">
          <a:blip r:embed="rId3">
            <a:alphaModFix/>
          </a:blip>
          <a:srcRect b="0" l="0" r="0" t="0"/>
          <a:stretch/>
        </p:blipFill>
        <p:spPr>
          <a:xfrm>
            <a:off x="2851825" y="3320025"/>
            <a:ext cx="8820275" cy="2477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3d819531499_0_8"/>
          <p:cNvSpPr txBox="1"/>
          <p:nvPr>
            <p:ph type="title"/>
          </p:nvPr>
        </p:nvSpPr>
        <p:spPr>
          <a:xfrm>
            <a:off x="2485348" y="579286"/>
            <a:ext cx="8911800" cy="837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62626"/>
              </a:buClr>
              <a:buSzPts val="3600"/>
              <a:buFont typeface="Century Gothic"/>
              <a:buNone/>
            </a:pPr>
            <a:r>
              <a:rPr b="1" lang="en-US"/>
              <a:t>Business Insights</a:t>
            </a:r>
            <a:endParaRPr b="1"/>
          </a:p>
        </p:txBody>
      </p:sp>
      <p:sp>
        <p:nvSpPr>
          <p:cNvPr id="205" name="Google Shape;205;g3d819531499_0_8"/>
          <p:cNvSpPr txBox="1"/>
          <p:nvPr>
            <p:ph idx="1" type="body"/>
          </p:nvPr>
        </p:nvSpPr>
        <p:spPr>
          <a:xfrm>
            <a:off x="2553353" y="1416423"/>
            <a:ext cx="8915400" cy="52713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Char char="-"/>
            </a:pPr>
            <a:r>
              <a:rPr b="1" lang="en-US"/>
              <a:t>Are prices and ratings correlated?</a:t>
            </a:r>
            <a:endParaRPr/>
          </a:p>
          <a:p>
            <a:pPr indent="-342900" lvl="1" marL="914400" rtl="0" algn="l">
              <a:lnSpc>
                <a:spcPct val="100000"/>
              </a:lnSpc>
              <a:spcBef>
                <a:spcPts val="0"/>
              </a:spcBef>
              <a:spcAft>
                <a:spcPts val="0"/>
              </a:spcAft>
              <a:buSzPts val="1800"/>
              <a:buChar char="-"/>
            </a:pPr>
            <a:r>
              <a:rPr lang="en-US"/>
              <a:t>Most listings cluster around high ratings (i.e. 4-5) regardless of price. Also, reviewers tend to either give low ratings (0) or high ones (4 - 5) but not in the middle! </a:t>
            </a:r>
            <a:endParaRPr/>
          </a:p>
          <a:p>
            <a:pPr indent="-330200" lvl="0" marL="457200" rtl="0" algn="l">
              <a:lnSpc>
                <a:spcPct val="100000"/>
              </a:lnSpc>
              <a:spcBef>
                <a:spcPts val="0"/>
              </a:spcBef>
              <a:spcAft>
                <a:spcPts val="0"/>
              </a:spcAft>
              <a:buSzPts val="1600"/>
              <a:buChar char="-"/>
            </a:pPr>
            <a:r>
              <a:rPr b="1" lang="en-US" sz="1600"/>
              <a:t>Recommendation: </a:t>
            </a:r>
            <a:r>
              <a:rPr lang="en-US" sz="1600"/>
              <a:t>Reach out to guests who didn’t leave a review; they are often the “middle ground” customers who had an okay experience but weren’t motivated to post.</a:t>
            </a:r>
            <a:endParaRPr sz="1600"/>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800"/>
              <a:buNone/>
            </a:pPr>
            <a:r>
              <a:t/>
            </a:r>
            <a:endParaRPr/>
          </a:p>
          <a:p>
            <a:pPr indent="0" lvl="1" marL="0" rtl="0" algn="l">
              <a:lnSpc>
                <a:spcPct val="100000"/>
              </a:lnSpc>
              <a:spcBef>
                <a:spcPts val="1000"/>
              </a:spcBef>
              <a:spcAft>
                <a:spcPts val="0"/>
              </a:spcAft>
              <a:buSzPts val="1600"/>
              <a:buNone/>
            </a:pPr>
            <a:r>
              <a:t/>
            </a:r>
            <a:endParaRPr/>
          </a:p>
          <a:p>
            <a:pPr indent="-271463" lvl="0" marL="342900" rtl="0" algn="l">
              <a:lnSpc>
                <a:spcPct val="100000"/>
              </a:lnSpc>
              <a:spcBef>
                <a:spcPts val="1000"/>
              </a:spcBef>
              <a:spcAft>
                <a:spcPts val="0"/>
              </a:spcAft>
              <a:buSzPts val="1800"/>
              <a:buNone/>
            </a:pPr>
            <a:r>
              <a:t/>
            </a:r>
            <a:endParaRPr/>
          </a:p>
        </p:txBody>
      </p:sp>
      <p:pic>
        <p:nvPicPr>
          <p:cNvPr id="206" name="Google Shape;206;g3d819531499_0_8"/>
          <p:cNvPicPr preferRelativeResize="0"/>
          <p:nvPr/>
        </p:nvPicPr>
        <p:blipFill rotWithShape="1">
          <a:blip r:embed="rId3">
            <a:alphaModFix/>
          </a:blip>
          <a:srcRect b="3824" l="0" r="3466" t="2692"/>
          <a:stretch/>
        </p:blipFill>
        <p:spPr>
          <a:xfrm>
            <a:off x="3911188" y="3381350"/>
            <a:ext cx="6060125" cy="3306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d819531499_0_30"/>
          <p:cNvSpPr txBox="1"/>
          <p:nvPr>
            <p:ph type="title"/>
          </p:nvPr>
        </p:nvSpPr>
        <p:spPr>
          <a:xfrm>
            <a:off x="2485348" y="579286"/>
            <a:ext cx="8911800" cy="837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62626"/>
              </a:buClr>
              <a:buSzPts val="3600"/>
              <a:buFont typeface="Century Gothic"/>
              <a:buNone/>
            </a:pPr>
            <a:r>
              <a:rPr b="1" lang="en-US"/>
              <a:t>Business Insights</a:t>
            </a:r>
            <a:endParaRPr b="1"/>
          </a:p>
        </p:txBody>
      </p:sp>
      <p:sp>
        <p:nvSpPr>
          <p:cNvPr id="212" name="Google Shape;212;g3d819531499_0_30"/>
          <p:cNvSpPr txBox="1"/>
          <p:nvPr>
            <p:ph idx="1" type="body"/>
          </p:nvPr>
        </p:nvSpPr>
        <p:spPr>
          <a:xfrm>
            <a:off x="2553353" y="1416423"/>
            <a:ext cx="8915400" cy="52713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Char char="-"/>
            </a:pPr>
            <a:r>
              <a:rPr b="1" lang="en-US"/>
              <a:t>Which is the most popular property type and what does this indicate?</a:t>
            </a:r>
            <a:endParaRPr/>
          </a:p>
          <a:p>
            <a:pPr indent="-342900" lvl="1" marL="914400" rtl="0" algn="l">
              <a:lnSpc>
                <a:spcPct val="100000"/>
              </a:lnSpc>
              <a:spcBef>
                <a:spcPts val="0"/>
              </a:spcBef>
              <a:spcAft>
                <a:spcPts val="0"/>
              </a:spcAft>
              <a:buSzPts val="1800"/>
              <a:buChar char="-"/>
            </a:pPr>
            <a:r>
              <a:rPr lang="en-US"/>
              <a:t>The clear leader is the room in a hotel.</a:t>
            </a:r>
            <a:endParaRPr/>
          </a:p>
          <a:p>
            <a:pPr indent="-342900" lvl="1" marL="914400" rtl="0" algn="l">
              <a:lnSpc>
                <a:spcPct val="100000"/>
              </a:lnSpc>
              <a:spcBef>
                <a:spcPts val="0"/>
              </a:spcBef>
              <a:spcAft>
                <a:spcPts val="0"/>
              </a:spcAft>
              <a:buSzPts val="1800"/>
              <a:buChar char="-"/>
            </a:pPr>
            <a:r>
              <a:rPr lang="en-US"/>
              <a:t>That indicates that this platform might be used primarily as a distribution channel for professional hospitality business rather than individuals renting out their spare bedrooms or apartments. </a:t>
            </a:r>
            <a:endParaRPr/>
          </a:p>
          <a:p>
            <a:pPr indent="-330200" lvl="0" marL="457200" rtl="0" algn="l">
              <a:lnSpc>
                <a:spcPct val="100000"/>
              </a:lnSpc>
              <a:spcBef>
                <a:spcPts val="0"/>
              </a:spcBef>
              <a:spcAft>
                <a:spcPts val="0"/>
              </a:spcAft>
              <a:buSzPts val="1600"/>
              <a:buChar char="-"/>
            </a:pPr>
            <a:r>
              <a:rPr b="1" lang="en-US" sz="1600"/>
              <a:t>Recommendation: </a:t>
            </a:r>
            <a:r>
              <a:rPr lang="en-US" sz="1600"/>
              <a:t>Consider a loyalty program that rewards guests for booking across different property types to encourage those who usually book hotels to try a high-rated apartment or private roοm. </a:t>
            </a:r>
            <a:endParaRPr sz="1600"/>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800"/>
              <a:buNone/>
            </a:pPr>
            <a:r>
              <a:t/>
            </a:r>
            <a:endParaRPr/>
          </a:p>
          <a:p>
            <a:pPr indent="0" lvl="1" marL="0" rtl="0" algn="l">
              <a:lnSpc>
                <a:spcPct val="100000"/>
              </a:lnSpc>
              <a:spcBef>
                <a:spcPts val="1000"/>
              </a:spcBef>
              <a:spcAft>
                <a:spcPts val="0"/>
              </a:spcAft>
              <a:buSzPts val="1600"/>
              <a:buNone/>
            </a:pPr>
            <a:r>
              <a:t/>
            </a:r>
            <a:endParaRPr/>
          </a:p>
          <a:p>
            <a:pPr indent="-271463" lvl="0" marL="342900" rtl="0" algn="l">
              <a:lnSpc>
                <a:spcPct val="100000"/>
              </a:lnSpc>
              <a:spcBef>
                <a:spcPts val="1000"/>
              </a:spcBef>
              <a:spcAft>
                <a:spcPts val="0"/>
              </a:spcAft>
              <a:buSzPts val="1800"/>
              <a:buNone/>
            </a:pPr>
            <a:r>
              <a:t/>
            </a:r>
            <a:endParaRPr/>
          </a:p>
        </p:txBody>
      </p:sp>
      <p:pic>
        <p:nvPicPr>
          <p:cNvPr id="213" name="Google Shape;213;g3d819531499_0_30"/>
          <p:cNvPicPr preferRelativeResize="0"/>
          <p:nvPr/>
        </p:nvPicPr>
        <p:blipFill rotWithShape="1">
          <a:blip r:embed="rId3">
            <a:alphaModFix/>
          </a:blip>
          <a:srcRect b="0" l="0" r="0" t="0"/>
          <a:stretch/>
        </p:blipFill>
        <p:spPr>
          <a:xfrm>
            <a:off x="3464150" y="3630325"/>
            <a:ext cx="6195775" cy="28614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d819531499_0_15"/>
          <p:cNvSpPr txBox="1"/>
          <p:nvPr>
            <p:ph type="title"/>
          </p:nvPr>
        </p:nvSpPr>
        <p:spPr>
          <a:xfrm>
            <a:off x="2485348" y="579286"/>
            <a:ext cx="8911800" cy="837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262626"/>
              </a:buClr>
              <a:buSzPts val="3600"/>
              <a:buFont typeface="Century Gothic"/>
              <a:buNone/>
            </a:pPr>
            <a:r>
              <a:rPr b="1" lang="en-US"/>
              <a:t>Business Insights</a:t>
            </a:r>
            <a:endParaRPr b="1"/>
          </a:p>
        </p:txBody>
      </p:sp>
      <p:sp>
        <p:nvSpPr>
          <p:cNvPr id="219" name="Google Shape;219;g3d819531499_0_15"/>
          <p:cNvSpPr txBox="1"/>
          <p:nvPr>
            <p:ph idx="1" type="body"/>
          </p:nvPr>
        </p:nvSpPr>
        <p:spPr>
          <a:xfrm>
            <a:off x="2553353" y="1416423"/>
            <a:ext cx="8915400" cy="5271300"/>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0"/>
              </a:spcBef>
              <a:spcAft>
                <a:spcPts val="0"/>
              </a:spcAft>
              <a:buSzPts val="1800"/>
              <a:buChar char="-"/>
            </a:pPr>
            <a:r>
              <a:rPr b="1" lang="en-US"/>
              <a:t>How are the prices fluctuated?</a:t>
            </a:r>
            <a:endParaRPr/>
          </a:p>
          <a:p>
            <a:pPr indent="-342900" lvl="1" marL="914400" rtl="0" algn="l">
              <a:lnSpc>
                <a:spcPct val="100000"/>
              </a:lnSpc>
              <a:spcBef>
                <a:spcPts val="0"/>
              </a:spcBef>
              <a:spcAft>
                <a:spcPts val="0"/>
              </a:spcAft>
              <a:buSzPts val="1800"/>
              <a:buChar char="-"/>
            </a:pPr>
            <a:r>
              <a:rPr lang="en-US"/>
              <a:t>From the end of 2023 (December) the booking prices start to rise. This fluctuation happened for at least 7 months of 2024 while on August 2024 the situation got back to normal.</a:t>
            </a:r>
            <a:endParaRPr/>
          </a:p>
          <a:p>
            <a:pPr indent="-342900" lvl="1" marL="914400" rtl="0" algn="l">
              <a:lnSpc>
                <a:spcPct val="100000"/>
              </a:lnSpc>
              <a:spcBef>
                <a:spcPts val="0"/>
              </a:spcBef>
              <a:spcAft>
                <a:spcPts val="0"/>
              </a:spcAft>
              <a:buSzPts val="1800"/>
              <a:buChar char="-"/>
            </a:pPr>
            <a:r>
              <a:rPr lang="en-US"/>
              <a:t>The highest price is  shown on the 8th of June 2024, and equals to 187,23 €. </a:t>
            </a:r>
            <a:endParaRPr/>
          </a:p>
          <a:p>
            <a:pPr indent="-330200" lvl="0" marL="457200" rtl="0" algn="l">
              <a:lnSpc>
                <a:spcPct val="100000"/>
              </a:lnSpc>
              <a:spcBef>
                <a:spcPts val="0"/>
              </a:spcBef>
              <a:spcAft>
                <a:spcPts val="0"/>
              </a:spcAft>
              <a:buSzPts val="1600"/>
              <a:buChar char="-"/>
            </a:pPr>
            <a:r>
              <a:rPr b="1" lang="en-US" sz="1600"/>
              <a:t>Recommendation: </a:t>
            </a:r>
            <a:r>
              <a:rPr lang="en-US" sz="1600"/>
              <a:t>For the months showing lower average prices (like November or January), use targeted “last-minute” flash sales to fill gaps in the calendar. </a:t>
            </a:r>
            <a:endParaRPr sz="1600"/>
          </a:p>
          <a:p>
            <a:pPr indent="0" lvl="0" marL="457200" rtl="0" algn="l">
              <a:lnSpc>
                <a:spcPct val="100000"/>
              </a:lnSpc>
              <a:spcBef>
                <a:spcPts val="0"/>
              </a:spcBef>
              <a:spcAft>
                <a:spcPts val="0"/>
              </a:spcAft>
              <a:buSzPts val="1800"/>
              <a:buNone/>
            </a:pPr>
            <a:r>
              <a:t/>
            </a:r>
            <a:endParaRPr/>
          </a:p>
          <a:p>
            <a:pPr indent="0" lvl="0" marL="45720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800"/>
              <a:buNone/>
            </a:pPr>
            <a:r>
              <a:t/>
            </a:r>
            <a:endParaRPr/>
          </a:p>
          <a:p>
            <a:pPr indent="0" lvl="0" marL="0" rtl="0" algn="l">
              <a:lnSpc>
                <a:spcPct val="100000"/>
              </a:lnSpc>
              <a:spcBef>
                <a:spcPts val="0"/>
              </a:spcBef>
              <a:spcAft>
                <a:spcPts val="0"/>
              </a:spcAft>
              <a:buSzPts val="1800"/>
              <a:buNone/>
            </a:pPr>
            <a:r>
              <a:t/>
            </a:r>
            <a:endParaRPr/>
          </a:p>
          <a:p>
            <a:pPr indent="0" lvl="1" marL="0" rtl="0" algn="l">
              <a:lnSpc>
                <a:spcPct val="100000"/>
              </a:lnSpc>
              <a:spcBef>
                <a:spcPts val="1000"/>
              </a:spcBef>
              <a:spcAft>
                <a:spcPts val="0"/>
              </a:spcAft>
              <a:buSzPts val="1600"/>
              <a:buNone/>
            </a:pPr>
            <a:r>
              <a:t/>
            </a:r>
            <a:endParaRPr/>
          </a:p>
          <a:p>
            <a:pPr indent="-271463" lvl="0" marL="342900" rtl="0" algn="l">
              <a:lnSpc>
                <a:spcPct val="100000"/>
              </a:lnSpc>
              <a:spcBef>
                <a:spcPts val="1000"/>
              </a:spcBef>
              <a:spcAft>
                <a:spcPts val="0"/>
              </a:spcAft>
              <a:buSzPts val="1800"/>
              <a:buNone/>
            </a:pPr>
            <a:r>
              <a:t/>
            </a:r>
            <a:endParaRPr/>
          </a:p>
        </p:txBody>
      </p:sp>
      <p:pic>
        <p:nvPicPr>
          <p:cNvPr id="220" name="Google Shape;220;g3d819531499_0_15"/>
          <p:cNvPicPr preferRelativeResize="0"/>
          <p:nvPr/>
        </p:nvPicPr>
        <p:blipFill rotWithShape="1">
          <a:blip r:embed="rId3">
            <a:alphaModFix/>
          </a:blip>
          <a:srcRect b="0" l="0" r="0" t="0"/>
          <a:stretch/>
        </p:blipFill>
        <p:spPr>
          <a:xfrm>
            <a:off x="2693500" y="3480475"/>
            <a:ext cx="8495500" cy="2626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isp">
  <a:themeElements>
    <a:clrScheme name="Wisp">
      <a:dk1>
        <a:srgbClr val="000000"/>
      </a:dk1>
      <a:lt1>
        <a:srgbClr val="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2025-06-19T18:48:33Z</dcterms:created>
  <dc:creator>Nikos</dc:creator>
</cp:coreProperties>
</file>